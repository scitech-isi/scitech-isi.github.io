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61" r:id="rId2"/>
  </p:sldIdLst>
  <p:sldSz cx="21945600" cy="32918400"/>
  <p:notesSz cx="7099300" cy="93853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9" userDrawn="1">
          <p15:clr>
            <a:srgbClr val="A4A3A4"/>
          </p15:clr>
        </p15:guide>
        <p15:guide id="2" pos="6912"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iE9UiEazMUZ4KaBRpmVDLzOf3hC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97" autoAdjust="0"/>
    <p:restoredTop sz="94122" autoAdjust="0"/>
  </p:normalViewPr>
  <p:slideViewPr>
    <p:cSldViewPr snapToGrid="0">
      <p:cViewPr varScale="1">
        <p:scale>
          <a:sx n="24" d="100"/>
          <a:sy n="24" d="100"/>
        </p:scale>
        <p:origin x="4304" y="272"/>
      </p:cViewPr>
      <p:guideLst>
        <p:guide orient="horz" pos="10369"/>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376488" y="703263"/>
            <a:ext cx="23463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30" y="4458018"/>
            <a:ext cx="5679440" cy="4223385"/>
          </a:xfrm>
          <a:prstGeom prst="rect">
            <a:avLst/>
          </a:prstGeom>
          <a:noFill/>
          <a:ln>
            <a:noFill/>
          </a:ln>
        </p:spPr>
        <p:txBody>
          <a:bodyPr spcFirstLastPara="1" wrap="square" lIns="94177" tIns="94177" rIns="94177" bIns="94177"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87"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2376488" y="703263"/>
            <a:ext cx="23463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709930" y="4458018"/>
            <a:ext cx="5679440" cy="4223385"/>
          </a:xfrm>
          <a:prstGeom prst="rect">
            <a:avLst/>
          </a:prstGeom>
          <a:noFill/>
          <a:ln>
            <a:noFill/>
          </a:ln>
        </p:spPr>
        <p:txBody>
          <a:bodyPr spcFirstLastPara="1" wrap="square" lIns="94177" tIns="94177" rIns="94177" bIns="94177" anchor="t" anchorCtr="0">
            <a:noAutofit/>
          </a:bodyPr>
          <a:lstStyle/>
          <a:p>
            <a:pPr marL="0" indent="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
          <p:cNvSpPr txBox="1">
            <a:spLocks noGrp="1"/>
          </p:cNvSpPr>
          <p:nvPr>
            <p:ph type="ctrTitle"/>
          </p:nvPr>
        </p:nvSpPr>
        <p:spPr>
          <a:xfrm>
            <a:off x="748113" y="4765404"/>
            <a:ext cx="20449976" cy="13137366"/>
          </a:xfrm>
          <a:prstGeom prst="rect">
            <a:avLst/>
          </a:prstGeom>
          <a:noFill/>
          <a:ln>
            <a:noFill/>
          </a:ln>
        </p:spPr>
        <p:txBody>
          <a:bodyPr spcFirstLastPara="1" wrap="square" lIns="285425" tIns="285425" rIns="285425" bIns="285425" anchor="b" anchorCtr="0">
            <a:normAutofit/>
          </a:bodyPr>
          <a:lstStyle>
            <a:lvl1pPr lvl="0" algn="ctr">
              <a:lnSpc>
                <a:spcPct val="100000"/>
              </a:lnSpc>
              <a:spcBef>
                <a:spcPts val="0"/>
              </a:spcBef>
              <a:spcAft>
                <a:spcPts val="0"/>
              </a:spcAft>
              <a:buSzPts val="16300"/>
              <a:buNone/>
              <a:defRPr sz="16729"/>
            </a:lvl1pPr>
            <a:lvl2pPr lvl="1" algn="ctr">
              <a:lnSpc>
                <a:spcPct val="100000"/>
              </a:lnSpc>
              <a:spcBef>
                <a:spcPts val="0"/>
              </a:spcBef>
              <a:spcAft>
                <a:spcPts val="0"/>
              </a:spcAft>
              <a:buSzPts val="16300"/>
              <a:buNone/>
              <a:defRPr sz="16729"/>
            </a:lvl2pPr>
            <a:lvl3pPr lvl="2" algn="ctr">
              <a:lnSpc>
                <a:spcPct val="100000"/>
              </a:lnSpc>
              <a:spcBef>
                <a:spcPts val="0"/>
              </a:spcBef>
              <a:spcAft>
                <a:spcPts val="0"/>
              </a:spcAft>
              <a:buSzPts val="16300"/>
              <a:buNone/>
              <a:defRPr sz="16729"/>
            </a:lvl3pPr>
            <a:lvl4pPr lvl="3" algn="ctr">
              <a:lnSpc>
                <a:spcPct val="100000"/>
              </a:lnSpc>
              <a:spcBef>
                <a:spcPts val="0"/>
              </a:spcBef>
              <a:spcAft>
                <a:spcPts val="0"/>
              </a:spcAft>
              <a:buSzPts val="16300"/>
              <a:buNone/>
              <a:defRPr sz="16729"/>
            </a:lvl4pPr>
            <a:lvl5pPr lvl="4" algn="ctr">
              <a:lnSpc>
                <a:spcPct val="100000"/>
              </a:lnSpc>
              <a:spcBef>
                <a:spcPts val="0"/>
              </a:spcBef>
              <a:spcAft>
                <a:spcPts val="0"/>
              </a:spcAft>
              <a:buSzPts val="16300"/>
              <a:buNone/>
              <a:defRPr sz="16729"/>
            </a:lvl5pPr>
            <a:lvl6pPr lvl="5" algn="ctr">
              <a:lnSpc>
                <a:spcPct val="100000"/>
              </a:lnSpc>
              <a:spcBef>
                <a:spcPts val="0"/>
              </a:spcBef>
              <a:spcAft>
                <a:spcPts val="0"/>
              </a:spcAft>
              <a:buSzPts val="16300"/>
              <a:buNone/>
              <a:defRPr sz="16729"/>
            </a:lvl6pPr>
            <a:lvl7pPr lvl="6" algn="ctr">
              <a:lnSpc>
                <a:spcPct val="100000"/>
              </a:lnSpc>
              <a:spcBef>
                <a:spcPts val="0"/>
              </a:spcBef>
              <a:spcAft>
                <a:spcPts val="0"/>
              </a:spcAft>
              <a:buSzPts val="16300"/>
              <a:buNone/>
              <a:defRPr sz="16729"/>
            </a:lvl7pPr>
            <a:lvl8pPr lvl="7" algn="ctr">
              <a:lnSpc>
                <a:spcPct val="100000"/>
              </a:lnSpc>
              <a:spcBef>
                <a:spcPts val="0"/>
              </a:spcBef>
              <a:spcAft>
                <a:spcPts val="0"/>
              </a:spcAft>
              <a:buSzPts val="16300"/>
              <a:buNone/>
              <a:defRPr sz="16729"/>
            </a:lvl8pPr>
            <a:lvl9pPr lvl="8" algn="ctr">
              <a:lnSpc>
                <a:spcPct val="100000"/>
              </a:lnSpc>
              <a:spcBef>
                <a:spcPts val="0"/>
              </a:spcBef>
              <a:spcAft>
                <a:spcPts val="0"/>
              </a:spcAft>
              <a:buSzPts val="16300"/>
              <a:buNone/>
              <a:defRPr sz="16729"/>
            </a:lvl9pPr>
          </a:lstStyle>
          <a:p>
            <a:endParaRPr/>
          </a:p>
        </p:txBody>
      </p:sp>
      <p:sp>
        <p:nvSpPr>
          <p:cNvPr id="11" name="Google Shape;11;p3"/>
          <p:cNvSpPr txBox="1">
            <a:spLocks noGrp="1"/>
          </p:cNvSpPr>
          <p:nvPr>
            <p:ph type="subTitle" idx="1"/>
          </p:nvPr>
        </p:nvSpPr>
        <p:spPr>
          <a:xfrm>
            <a:off x="748093" y="18138872"/>
            <a:ext cx="20449976" cy="5073258"/>
          </a:xfrm>
          <a:prstGeom prst="rect">
            <a:avLst/>
          </a:prstGeom>
          <a:noFill/>
          <a:ln>
            <a:noFill/>
          </a:ln>
        </p:spPr>
        <p:txBody>
          <a:bodyPr spcFirstLastPara="1" wrap="square" lIns="285425" tIns="285425" rIns="285425" bIns="285425" anchor="t" anchorCtr="0">
            <a:normAutofit/>
          </a:bodyPr>
          <a:lstStyle>
            <a:lvl1pPr lvl="0" algn="ctr">
              <a:lnSpc>
                <a:spcPct val="100000"/>
              </a:lnSpc>
              <a:spcBef>
                <a:spcPts val="0"/>
              </a:spcBef>
              <a:spcAft>
                <a:spcPts val="0"/>
              </a:spcAft>
              <a:buSzPts val="8700"/>
              <a:buNone/>
              <a:defRPr sz="8929"/>
            </a:lvl1pPr>
            <a:lvl2pPr lvl="1" algn="ctr">
              <a:lnSpc>
                <a:spcPct val="100000"/>
              </a:lnSpc>
              <a:spcBef>
                <a:spcPts val="0"/>
              </a:spcBef>
              <a:spcAft>
                <a:spcPts val="0"/>
              </a:spcAft>
              <a:buSzPts val="8700"/>
              <a:buNone/>
              <a:defRPr sz="8929"/>
            </a:lvl2pPr>
            <a:lvl3pPr lvl="2" algn="ctr">
              <a:lnSpc>
                <a:spcPct val="100000"/>
              </a:lnSpc>
              <a:spcBef>
                <a:spcPts val="0"/>
              </a:spcBef>
              <a:spcAft>
                <a:spcPts val="0"/>
              </a:spcAft>
              <a:buSzPts val="8700"/>
              <a:buNone/>
              <a:defRPr sz="8929"/>
            </a:lvl3pPr>
            <a:lvl4pPr lvl="3" algn="ctr">
              <a:lnSpc>
                <a:spcPct val="100000"/>
              </a:lnSpc>
              <a:spcBef>
                <a:spcPts val="0"/>
              </a:spcBef>
              <a:spcAft>
                <a:spcPts val="0"/>
              </a:spcAft>
              <a:buSzPts val="8700"/>
              <a:buNone/>
              <a:defRPr sz="8929"/>
            </a:lvl4pPr>
            <a:lvl5pPr lvl="4" algn="ctr">
              <a:lnSpc>
                <a:spcPct val="100000"/>
              </a:lnSpc>
              <a:spcBef>
                <a:spcPts val="0"/>
              </a:spcBef>
              <a:spcAft>
                <a:spcPts val="0"/>
              </a:spcAft>
              <a:buSzPts val="8700"/>
              <a:buNone/>
              <a:defRPr sz="8929"/>
            </a:lvl5pPr>
            <a:lvl6pPr lvl="5" algn="ctr">
              <a:lnSpc>
                <a:spcPct val="100000"/>
              </a:lnSpc>
              <a:spcBef>
                <a:spcPts val="0"/>
              </a:spcBef>
              <a:spcAft>
                <a:spcPts val="0"/>
              </a:spcAft>
              <a:buSzPts val="8700"/>
              <a:buNone/>
              <a:defRPr sz="8929"/>
            </a:lvl6pPr>
            <a:lvl7pPr lvl="6" algn="ctr">
              <a:lnSpc>
                <a:spcPct val="100000"/>
              </a:lnSpc>
              <a:spcBef>
                <a:spcPts val="0"/>
              </a:spcBef>
              <a:spcAft>
                <a:spcPts val="0"/>
              </a:spcAft>
              <a:buSzPts val="8700"/>
              <a:buNone/>
              <a:defRPr sz="8929"/>
            </a:lvl7pPr>
            <a:lvl8pPr lvl="7" algn="ctr">
              <a:lnSpc>
                <a:spcPct val="100000"/>
              </a:lnSpc>
              <a:spcBef>
                <a:spcPts val="0"/>
              </a:spcBef>
              <a:spcAft>
                <a:spcPts val="0"/>
              </a:spcAft>
              <a:buSzPts val="8700"/>
              <a:buNone/>
              <a:defRPr sz="8929"/>
            </a:lvl8pPr>
            <a:lvl9pPr lvl="8" algn="ctr">
              <a:lnSpc>
                <a:spcPct val="100000"/>
              </a:lnSpc>
              <a:spcBef>
                <a:spcPts val="0"/>
              </a:spcBef>
              <a:spcAft>
                <a:spcPts val="0"/>
              </a:spcAft>
              <a:buSzPts val="8700"/>
              <a:buNone/>
              <a:defRPr sz="8929"/>
            </a:lvl9pPr>
          </a:lstStyle>
          <a:p>
            <a:endParaRPr/>
          </a:p>
        </p:txBody>
      </p:sp>
      <p:sp>
        <p:nvSpPr>
          <p:cNvPr id="12" name="Google Shape;12;p3"/>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748093" y="13765798"/>
            <a:ext cx="20449976" cy="5387380"/>
          </a:xfrm>
          <a:prstGeom prst="rect">
            <a:avLst/>
          </a:prstGeom>
          <a:noFill/>
          <a:ln>
            <a:noFill/>
          </a:ln>
        </p:spPr>
        <p:txBody>
          <a:bodyPr spcFirstLastPara="1" wrap="square" lIns="285425" tIns="285425" rIns="285425" bIns="285425" anchor="ctr" anchorCtr="0">
            <a:normAutofit/>
          </a:bodyPr>
          <a:lstStyle>
            <a:lvl1pPr lvl="0" algn="ctr">
              <a:lnSpc>
                <a:spcPct val="100000"/>
              </a:lnSpc>
              <a:spcBef>
                <a:spcPts val="0"/>
              </a:spcBef>
              <a:spcAft>
                <a:spcPts val="0"/>
              </a:spcAft>
              <a:buSzPts val="11200"/>
              <a:buNone/>
              <a:defRPr sz="11495"/>
            </a:lvl1pPr>
            <a:lvl2pPr lvl="1" algn="ctr">
              <a:lnSpc>
                <a:spcPct val="100000"/>
              </a:lnSpc>
              <a:spcBef>
                <a:spcPts val="0"/>
              </a:spcBef>
              <a:spcAft>
                <a:spcPts val="0"/>
              </a:spcAft>
              <a:buSzPts val="11200"/>
              <a:buNone/>
              <a:defRPr sz="11495"/>
            </a:lvl2pPr>
            <a:lvl3pPr lvl="2" algn="ctr">
              <a:lnSpc>
                <a:spcPct val="100000"/>
              </a:lnSpc>
              <a:spcBef>
                <a:spcPts val="0"/>
              </a:spcBef>
              <a:spcAft>
                <a:spcPts val="0"/>
              </a:spcAft>
              <a:buSzPts val="11200"/>
              <a:buNone/>
              <a:defRPr sz="11495"/>
            </a:lvl3pPr>
            <a:lvl4pPr lvl="3" algn="ctr">
              <a:lnSpc>
                <a:spcPct val="100000"/>
              </a:lnSpc>
              <a:spcBef>
                <a:spcPts val="0"/>
              </a:spcBef>
              <a:spcAft>
                <a:spcPts val="0"/>
              </a:spcAft>
              <a:buSzPts val="11200"/>
              <a:buNone/>
              <a:defRPr sz="11495"/>
            </a:lvl4pPr>
            <a:lvl5pPr lvl="4" algn="ctr">
              <a:lnSpc>
                <a:spcPct val="100000"/>
              </a:lnSpc>
              <a:spcBef>
                <a:spcPts val="0"/>
              </a:spcBef>
              <a:spcAft>
                <a:spcPts val="0"/>
              </a:spcAft>
              <a:buSzPts val="11200"/>
              <a:buNone/>
              <a:defRPr sz="11495"/>
            </a:lvl5pPr>
            <a:lvl6pPr lvl="5" algn="ctr">
              <a:lnSpc>
                <a:spcPct val="100000"/>
              </a:lnSpc>
              <a:spcBef>
                <a:spcPts val="0"/>
              </a:spcBef>
              <a:spcAft>
                <a:spcPts val="0"/>
              </a:spcAft>
              <a:buSzPts val="11200"/>
              <a:buNone/>
              <a:defRPr sz="11495"/>
            </a:lvl6pPr>
            <a:lvl7pPr lvl="6" algn="ctr">
              <a:lnSpc>
                <a:spcPct val="100000"/>
              </a:lnSpc>
              <a:spcBef>
                <a:spcPts val="0"/>
              </a:spcBef>
              <a:spcAft>
                <a:spcPts val="0"/>
              </a:spcAft>
              <a:buSzPts val="11200"/>
              <a:buNone/>
              <a:defRPr sz="11495"/>
            </a:lvl7pPr>
            <a:lvl8pPr lvl="7" algn="ctr">
              <a:lnSpc>
                <a:spcPct val="100000"/>
              </a:lnSpc>
              <a:spcBef>
                <a:spcPts val="0"/>
              </a:spcBef>
              <a:spcAft>
                <a:spcPts val="0"/>
              </a:spcAft>
              <a:buSzPts val="11200"/>
              <a:buNone/>
              <a:defRPr sz="11495"/>
            </a:lvl8pPr>
            <a:lvl9pPr lvl="8" algn="ctr">
              <a:lnSpc>
                <a:spcPct val="100000"/>
              </a:lnSpc>
              <a:spcBef>
                <a:spcPts val="0"/>
              </a:spcBef>
              <a:spcAft>
                <a:spcPts val="0"/>
              </a:spcAft>
              <a:buSzPts val="11200"/>
              <a:buNone/>
              <a:defRPr sz="11495"/>
            </a:lvl9pPr>
          </a:lstStyle>
          <a:p>
            <a:endParaRPr/>
          </a:p>
        </p:txBody>
      </p:sp>
      <p:sp>
        <p:nvSpPr>
          <p:cNvPr id="15" name="Google Shape;15;p4"/>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748093" y="2848234"/>
            <a:ext cx="20449976" cy="3664763"/>
          </a:xfrm>
          <a:prstGeom prst="rect">
            <a:avLst/>
          </a:prstGeom>
          <a:noFill/>
          <a:ln>
            <a:noFill/>
          </a:ln>
        </p:spPr>
        <p:txBody>
          <a:bodyPr spcFirstLastPara="1" wrap="square" lIns="285425" tIns="285425" rIns="285425" bIns="285425" anchor="t" anchorCtr="0">
            <a:normAutofit/>
          </a:bodyPr>
          <a:lstStyle>
            <a:lvl1pPr lvl="0" algn="l">
              <a:lnSpc>
                <a:spcPct val="100000"/>
              </a:lnSpc>
              <a:spcBef>
                <a:spcPts val="0"/>
              </a:spcBef>
              <a:spcAft>
                <a:spcPts val="0"/>
              </a:spcAft>
              <a:buSzPts val="8700"/>
              <a:buNone/>
              <a:defRPr/>
            </a:lvl1pPr>
            <a:lvl2pPr lvl="1" algn="l">
              <a:lnSpc>
                <a:spcPct val="100000"/>
              </a:lnSpc>
              <a:spcBef>
                <a:spcPts val="0"/>
              </a:spcBef>
              <a:spcAft>
                <a:spcPts val="0"/>
              </a:spcAft>
              <a:buSzPts val="8700"/>
              <a:buNone/>
              <a:defRPr/>
            </a:lvl2pPr>
            <a:lvl3pPr lvl="2" algn="l">
              <a:lnSpc>
                <a:spcPct val="100000"/>
              </a:lnSpc>
              <a:spcBef>
                <a:spcPts val="0"/>
              </a:spcBef>
              <a:spcAft>
                <a:spcPts val="0"/>
              </a:spcAft>
              <a:buSzPts val="8700"/>
              <a:buNone/>
              <a:defRPr/>
            </a:lvl3pPr>
            <a:lvl4pPr lvl="3" algn="l">
              <a:lnSpc>
                <a:spcPct val="100000"/>
              </a:lnSpc>
              <a:spcBef>
                <a:spcPts val="0"/>
              </a:spcBef>
              <a:spcAft>
                <a:spcPts val="0"/>
              </a:spcAft>
              <a:buSzPts val="8700"/>
              <a:buNone/>
              <a:defRPr/>
            </a:lvl4pPr>
            <a:lvl5pPr lvl="4" algn="l">
              <a:lnSpc>
                <a:spcPct val="100000"/>
              </a:lnSpc>
              <a:spcBef>
                <a:spcPts val="0"/>
              </a:spcBef>
              <a:spcAft>
                <a:spcPts val="0"/>
              </a:spcAft>
              <a:buSzPts val="8700"/>
              <a:buNone/>
              <a:defRPr/>
            </a:lvl5pPr>
            <a:lvl6pPr lvl="5" algn="l">
              <a:lnSpc>
                <a:spcPct val="100000"/>
              </a:lnSpc>
              <a:spcBef>
                <a:spcPts val="0"/>
              </a:spcBef>
              <a:spcAft>
                <a:spcPts val="0"/>
              </a:spcAft>
              <a:buSzPts val="8700"/>
              <a:buNone/>
              <a:defRPr/>
            </a:lvl6pPr>
            <a:lvl7pPr lvl="6" algn="l">
              <a:lnSpc>
                <a:spcPct val="100000"/>
              </a:lnSpc>
              <a:spcBef>
                <a:spcPts val="0"/>
              </a:spcBef>
              <a:spcAft>
                <a:spcPts val="0"/>
              </a:spcAft>
              <a:buSzPts val="8700"/>
              <a:buNone/>
              <a:defRPr/>
            </a:lvl7pPr>
            <a:lvl8pPr lvl="7" algn="l">
              <a:lnSpc>
                <a:spcPct val="100000"/>
              </a:lnSpc>
              <a:spcBef>
                <a:spcPts val="0"/>
              </a:spcBef>
              <a:spcAft>
                <a:spcPts val="0"/>
              </a:spcAft>
              <a:buSzPts val="8700"/>
              <a:buNone/>
              <a:defRPr/>
            </a:lvl8pPr>
            <a:lvl9pPr lvl="8" algn="l">
              <a:lnSpc>
                <a:spcPct val="100000"/>
              </a:lnSpc>
              <a:spcBef>
                <a:spcPts val="0"/>
              </a:spcBef>
              <a:spcAft>
                <a:spcPts val="0"/>
              </a:spcAft>
              <a:buSzPts val="8700"/>
              <a:buNone/>
              <a:defRPr/>
            </a:lvl9pPr>
          </a:lstStyle>
          <a:p>
            <a:endParaRPr/>
          </a:p>
        </p:txBody>
      </p:sp>
      <p:sp>
        <p:nvSpPr>
          <p:cNvPr id="18" name="Google Shape;18;p5"/>
          <p:cNvSpPr txBox="1">
            <a:spLocks noGrp="1"/>
          </p:cNvSpPr>
          <p:nvPr>
            <p:ph type="body" idx="1"/>
          </p:nvPr>
        </p:nvSpPr>
        <p:spPr>
          <a:xfrm>
            <a:off x="748093" y="7376032"/>
            <a:ext cx="20449976" cy="21865927"/>
          </a:xfrm>
          <a:prstGeom prst="rect">
            <a:avLst/>
          </a:prstGeom>
          <a:noFill/>
          <a:ln>
            <a:noFill/>
          </a:ln>
        </p:spPr>
        <p:txBody>
          <a:bodyPr spcFirstLastPara="1" wrap="square" lIns="285425" tIns="285425" rIns="285425" bIns="285425" anchor="t" anchorCtr="0">
            <a:normAutofit/>
          </a:bodyPr>
          <a:lstStyle>
            <a:lvl1pPr marL="469224" lvl="0" indent="-599564" algn="l">
              <a:lnSpc>
                <a:spcPct val="115000"/>
              </a:lnSpc>
              <a:spcBef>
                <a:spcPts val="0"/>
              </a:spcBef>
              <a:spcAft>
                <a:spcPts val="0"/>
              </a:spcAft>
              <a:buSzPts val="5600"/>
              <a:buChar char="●"/>
              <a:defRPr/>
            </a:lvl1pPr>
            <a:lvl2pPr marL="938449" lvl="1" indent="-514843" algn="l">
              <a:lnSpc>
                <a:spcPct val="115000"/>
              </a:lnSpc>
              <a:spcBef>
                <a:spcPts val="0"/>
              </a:spcBef>
              <a:spcAft>
                <a:spcPts val="0"/>
              </a:spcAft>
              <a:buSzPts val="4300"/>
              <a:buChar char="○"/>
              <a:defRPr/>
            </a:lvl2pPr>
            <a:lvl3pPr marL="1407673" lvl="2" indent="-514843" algn="l">
              <a:lnSpc>
                <a:spcPct val="115000"/>
              </a:lnSpc>
              <a:spcBef>
                <a:spcPts val="0"/>
              </a:spcBef>
              <a:spcAft>
                <a:spcPts val="0"/>
              </a:spcAft>
              <a:buSzPts val="4300"/>
              <a:buChar char="■"/>
              <a:defRPr/>
            </a:lvl3pPr>
            <a:lvl4pPr marL="1876897" lvl="3" indent="-514843" algn="l">
              <a:lnSpc>
                <a:spcPct val="115000"/>
              </a:lnSpc>
              <a:spcBef>
                <a:spcPts val="0"/>
              </a:spcBef>
              <a:spcAft>
                <a:spcPts val="0"/>
              </a:spcAft>
              <a:buSzPts val="4300"/>
              <a:buChar char="●"/>
              <a:defRPr/>
            </a:lvl4pPr>
            <a:lvl5pPr marL="2346122" lvl="4" indent="-514843" algn="l">
              <a:lnSpc>
                <a:spcPct val="115000"/>
              </a:lnSpc>
              <a:spcBef>
                <a:spcPts val="0"/>
              </a:spcBef>
              <a:spcAft>
                <a:spcPts val="0"/>
              </a:spcAft>
              <a:buSzPts val="4300"/>
              <a:buChar char="○"/>
              <a:defRPr/>
            </a:lvl5pPr>
            <a:lvl6pPr marL="2815346" lvl="5" indent="-514843" algn="l">
              <a:lnSpc>
                <a:spcPct val="115000"/>
              </a:lnSpc>
              <a:spcBef>
                <a:spcPts val="0"/>
              </a:spcBef>
              <a:spcAft>
                <a:spcPts val="0"/>
              </a:spcAft>
              <a:buSzPts val="4300"/>
              <a:buChar char="■"/>
              <a:defRPr/>
            </a:lvl6pPr>
            <a:lvl7pPr marL="3284571" lvl="6" indent="-514843" algn="l">
              <a:lnSpc>
                <a:spcPct val="115000"/>
              </a:lnSpc>
              <a:spcBef>
                <a:spcPts val="0"/>
              </a:spcBef>
              <a:spcAft>
                <a:spcPts val="0"/>
              </a:spcAft>
              <a:buSzPts val="4300"/>
              <a:buChar char="●"/>
              <a:defRPr/>
            </a:lvl7pPr>
            <a:lvl8pPr marL="3753795" lvl="7" indent="-514843" algn="l">
              <a:lnSpc>
                <a:spcPct val="115000"/>
              </a:lnSpc>
              <a:spcBef>
                <a:spcPts val="0"/>
              </a:spcBef>
              <a:spcAft>
                <a:spcPts val="0"/>
              </a:spcAft>
              <a:buSzPts val="4300"/>
              <a:buChar char="○"/>
              <a:defRPr/>
            </a:lvl8pPr>
            <a:lvl9pPr marL="4223019" lvl="8" indent="-514843" algn="l">
              <a:lnSpc>
                <a:spcPct val="115000"/>
              </a:lnSpc>
              <a:spcBef>
                <a:spcPts val="0"/>
              </a:spcBef>
              <a:spcAft>
                <a:spcPts val="0"/>
              </a:spcAft>
              <a:buSzPts val="4300"/>
              <a:buChar char="■"/>
              <a:defRPr/>
            </a:lvl9pPr>
          </a:lstStyle>
          <a:p>
            <a:endParaRPr/>
          </a:p>
        </p:txBody>
      </p:sp>
      <p:sp>
        <p:nvSpPr>
          <p:cNvPr id="19" name="Google Shape;19;p5"/>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748093" y="2848234"/>
            <a:ext cx="20449976" cy="3664763"/>
          </a:xfrm>
          <a:prstGeom prst="rect">
            <a:avLst/>
          </a:prstGeom>
          <a:noFill/>
          <a:ln>
            <a:noFill/>
          </a:ln>
        </p:spPr>
        <p:txBody>
          <a:bodyPr spcFirstLastPara="1" wrap="square" lIns="285425" tIns="285425" rIns="285425" bIns="285425" anchor="t" anchorCtr="0">
            <a:normAutofit/>
          </a:bodyPr>
          <a:lstStyle>
            <a:lvl1pPr lvl="0" algn="l">
              <a:lnSpc>
                <a:spcPct val="100000"/>
              </a:lnSpc>
              <a:spcBef>
                <a:spcPts val="0"/>
              </a:spcBef>
              <a:spcAft>
                <a:spcPts val="0"/>
              </a:spcAft>
              <a:buSzPts val="8700"/>
              <a:buNone/>
              <a:defRPr/>
            </a:lvl1pPr>
            <a:lvl2pPr lvl="1" algn="l">
              <a:lnSpc>
                <a:spcPct val="100000"/>
              </a:lnSpc>
              <a:spcBef>
                <a:spcPts val="0"/>
              </a:spcBef>
              <a:spcAft>
                <a:spcPts val="0"/>
              </a:spcAft>
              <a:buSzPts val="8700"/>
              <a:buNone/>
              <a:defRPr/>
            </a:lvl2pPr>
            <a:lvl3pPr lvl="2" algn="l">
              <a:lnSpc>
                <a:spcPct val="100000"/>
              </a:lnSpc>
              <a:spcBef>
                <a:spcPts val="0"/>
              </a:spcBef>
              <a:spcAft>
                <a:spcPts val="0"/>
              </a:spcAft>
              <a:buSzPts val="8700"/>
              <a:buNone/>
              <a:defRPr/>
            </a:lvl3pPr>
            <a:lvl4pPr lvl="3" algn="l">
              <a:lnSpc>
                <a:spcPct val="100000"/>
              </a:lnSpc>
              <a:spcBef>
                <a:spcPts val="0"/>
              </a:spcBef>
              <a:spcAft>
                <a:spcPts val="0"/>
              </a:spcAft>
              <a:buSzPts val="8700"/>
              <a:buNone/>
              <a:defRPr/>
            </a:lvl4pPr>
            <a:lvl5pPr lvl="4" algn="l">
              <a:lnSpc>
                <a:spcPct val="100000"/>
              </a:lnSpc>
              <a:spcBef>
                <a:spcPts val="0"/>
              </a:spcBef>
              <a:spcAft>
                <a:spcPts val="0"/>
              </a:spcAft>
              <a:buSzPts val="8700"/>
              <a:buNone/>
              <a:defRPr/>
            </a:lvl5pPr>
            <a:lvl6pPr lvl="5" algn="l">
              <a:lnSpc>
                <a:spcPct val="100000"/>
              </a:lnSpc>
              <a:spcBef>
                <a:spcPts val="0"/>
              </a:spcBef>
              <a:spcAft>
                <a:spcPts val="0"/>
              </a:spcAft>
              <a:buSzPts val="8700"/>
              <a:buNone/>
              <a:defRPr/>
            </a:lvl6pPr>
            <a:lvl7pPr lvl="6" algn="l">
              <a:lnSpc>
                <a:spcPct val="100000"/>
              </a:lnSpc>
              <a:spcBef>
                <a:spcPts val="0"/>
              </a:spcBef>
              <a:spcAft>
                <a:spcPts val="0"/>
              </a:spcAft>
              <a:buSzPts val="8700"/>
              <a:buNone/>
              <a:defRPr/>
            </a:lvl7pPr>
            <a:lvl8pPr lvl="7" algn="l">
              <a:lnSpc>
                <a:spcPct val="100000"/>
              </a:lnSpc>
              <a:spcBef>
                <a:spcPts val="0"/>
              </a:spcBef>
              <a:spcAft>
                <a:spcPts val="0"/>
              </a:spcAft>
              <a:buSzPts val="8700"/>
              <a:buNone/>
              <a:defRPr/>
            </a:lvl8pPr>
            <a:lvl9pPr lvl="8" algn="l">
              <a:lnSpc>
                <a:spcPct val="100000"/>
              </a:lnSpc>
              <a:spcBef>
                <a:spcPts val="0"/>
              </a:spcBef>
              <a:spcAft>
                <a:spcPts val="0"/>
              </a:spcAft>
              <a:buSzPts val="8700"/>
              <a:buNone/>
              <a:defRPr/>
            </a:lvl9pPr>
          </a:lstStyle>
          <a:p>
            <a:endParaRPr/>
          </a:p>
        </p:txBody>
      </p:sp>
      <p:sp>
        <p:nvSpPr>
          <p:cNvPr id="22" name="Google Shape;22;p6"/>
          <p:cNvSpPr txBox="1">
            <a:spLocks noGrp="1"/>
          </p:cNvSpPr>
          <p:nvPr>
            <p:ph type="body" idx="1"/>
          </p:nvPr>
        </p:nvSpPr>
        <p:spPr>
          <a:xfrm>
            <a:off x="748093" y="7376032"/>
            <a:ext cx="9599829" cy="21865927"/>
          </a:xfrm>
          <a:prstGeom prst="rect">
            <a:avLst/>
          </a:prstGeom>
          <a:noFill/>
          <a:ln>
            <a:noFill/>
          </a:ln>
        </p:spPr>
        <p:txBody>
          <a:bodyPr spcFirstLastPara="1" wrap="square" lIns="285425" tIns="285425" rIns="285425" bIns="285425" anchor="t" anchorCtr="0">
            <a:normAutofit/>
          </a:bodyPr>
          <a:lstStyle>
            <a:lvl1pPr marL="469224" lvl="0" indent="-514843" algn="l">
              <a:lnSpc>
                <a:spcPct val="115000"/>
              </a:lnSpc>
              <a:spcBef>
                <a:spcPts val="0"/>
              </a:spcBef>
              <a:spcAft>
                <a:spcPts val="0"/>
              </a:spcAft>
              <a:buSzPts val="4300"/>
              <a:buChar char="●"/>
              <a:defRPr sz="4413"/>
            </a:lvl1pPr>
            <a:lvl2pPr marL="938449" lvl="1" indent="-482258" algn="l">
              <a:lnSpc>
                <a:spcPct val="115000"/>
              </a:lnSpc>
              <a:spcBef>
                <a:spcPts val="0"/>
              </a:spcBef>
              <a:spcAft>
                <a:spcPts val="0"/>
              </a:spcAft>
              <a:buSzPts val="3800"/>
              <a:buChar char="○"/>
              <a:defRPr sz="3900"/>
            </a:lvl2pPr>
            <a:lvl3pPr marL="1407673" lvl="2" indent="-482258" algn="l">
              <a:lnSpc>
                <a:spcPct val="115000"/>
              </a:lnSpc>
              <a:spcBef>
                <a:spcPts val="0"/>
              </a:spcBef>
              <a:spcAft>
                <a:spcPts val="0"/>
              </a:spcAft>
              <a:buSzPts val="3800"/>
              <a:buChar char="■"/>
              <a:defRPr sz="3900"/>
            </a:lvl3pPr>
            <a:lvl4pPr marL="1876897" lvl="3" indent="-482258" algn="l">
              <a:lnSpc>
                <a:spcPct val="115000"/>
              </a:lnSpc>
              <a:spcBef>
                <a:spcPts val="0"/>
              </a:spcBef>
              <a:spcAft>
                <a:spcPts val="0"/>
              </a:spcAft>
              <a:buSzPts val="3800"/>
              <a:buChar char="●"/>
              <a:defRPr sz="3900"/>
            </a:lvl4pPr>
            <a:lvl5pPr marL="2346122" lvl="4" indent="-482258" algn="l">
              <a:lnSpc>
                <a:spcPct val="115000"/>
              </a:lnSpc>
              <a:spcBef>
                <a:spcPts val="0"/>
              </a:spcBef>
              <a:spcAft>
                <a:spcPts val="0"/>
              </a:spcAft>
              <a:buSzPts val="3800"/>
              <a:buChar char="○"/>
              <a:defRPr sz="3900"/>
            </a:lvl5pPr>
            <a:lvl6pPr marL="2815346" lvl="5" indent="-482258" algn="l">
              <a:lnSpc>
                <a:spcPct val="115000"/>
              </a:lnSpc>
              <a:spcBef>
                <a:spcPts val="0"/>
              </a:spcBef>
              <a:spcAft>
                <a:spcPts val="0"/>
              </a:spcAft>
              <a:buSzPts val="3800"/>
              <a:buChar char="■"/>
              <a:defRPr sz="3900"/>
            </a:lvl6pPr>
            <a:lvl7pPr marL="3284571" lvl="6" indent="-482258" algn="l">
              <a:lnSpc>
                <a:spcPct val="115000"/>
              </a:lnSpc>
              <a:spcBef>
                <a:spcPts val="0"/>
              </a:spcBef>
              <a:spcAft>
                <a:spcPts val="0"/>
              </a:spcAft>
              <a:buSzPts val="3800"/>
              <a:buChar char="●"/>
              <a:defRPr sz="3900"/>
            </a:lvl7pPr>
            <a:lvl8pPr marL="3753795" lvl="7" indent="-482258" algn="l">
              <a:lnSpc>
                <a:spcPct val="115000"/>
              </a:lnSpc>
              <a:spcBef>
                <a:spcPts val="0"/>
              </a:spcBef>
              <a:spcAft>
                <a:spcPts val="0"/>
              </a:spcAft>
              <a:buSzPts val="3800"/>
              <a:buChar char="○"/>
              <a:defRPr sz="3900"/>
            </a:lvl8pPr>
            <a:lvl9pPr marL="4223019" lvl="8" indent="-482258" algn="l">
              <a:lnSpc>
                <a:spcPct val="115000"/>
              </a:lnSpc>
              <a:spcBef>
                <a:spcPts val="0"/>
              </a:spcBef>
              <a:spcAft>
                <a:spcPts val="0"/>
              </a:spcAft>
              <a:buSzPts val="3800"/>
              <a:buChar char="■"/>
              <a:defRPr sz="3900"/>
            </a:lvl9pPr>
          </a:lstStyle>
          <a:p>
            <a:endParaRPr/>
          </a:p>
        </p:txBody>
      </p:sp>
      <p:sp>
        <p:nvSpPr>
          <p:cNvPr id="23" name="Google Shape;23;p6"/>
          <p:cNvSpPr txBox="1">
            <a:spLocks noGrp="1"/>
          </p:cNvSpPr>
          <p:nvPr>
            <p:ph type="body" idx="2"/>
          </p:nvPr>
        </p:nvSpPr>
        <p:spPr>
          <a:xfrm>
            <a:off x="11597963" y="7376032"/>
            <a:ext cx="9599829" cy="21865927"/>
          </a:xfrm>
          <a:prstGeom prst="rect">
            <a:avLst/>
          </a:prstGeom>
          <a:noFill/>
          <a:ln>
            <a:noFill/>
          </a:ln>
        </p:spPr>
        <p:txBody>
          <a:bodyPr spcFirstLastPara="1" wrap="square" lIns="285425" tIns="285425" rIns="285425" bIns="285425" anchor="t" anchorCtr="0">
            <a:normAutofit/>
          </a:bodyPr>
          <a:lstStyle>
            <a:lvl1pPr marL="469224" lvl="0" indent="-514843" algn="l">
              <a:lnSpc>
                <a:spcPct val="115000"/>
              </a:lnSpc>
              <a:spcBef>
                <a:spcPts val="0"/>
              </a:spcBef>
              <a:spcAft>
                <a:spcPts val="0"/>
              </a:spcAft>
              <a:buSzPts val="4300"/>
              <a:buChar char="●"/>
              <a:defRPr sz="4413"/>
            </a:lvl1pPr>
            <a:lvl2pPr marL="938449" lvl="1" indent="-482258" algn="l">
              <a:lnSpc>
                <a:spcPct val="115000"/>
              </a:lnSpc>
              <a:spcBef>
                <a:spcPts val="0"/>
              </a:spcBef>
              <a:spcAft>
                <a:spcPts val="0"/>
              </a:spcAft>
              <a:buSzPts val="3800"/>
              <a:buChar char="○"/>
              <a:defRPr sz="3900"/>
            </a:lvl2pPr>
            <a:lvl3pPr marL="1407673" lvl="2" indent="-482258" algn="l">
              <a:lnSpc>
                <a:spcPct val="115000"/>
              </a:lnSpc>
              <a:spcBef>
                <a:spcPts val="0"/>
              </a:spcBef>
              <a:spcAft>
                <a:spcPts val="0"/>
              </a:spcAft>
              <a:buSzPts val="3800"/>
              <a:buChar char="■"/>
              <a:defRPr sz="3900"/>
            </a:lvl3pPr>
            <a:lvl4pPr marL="1876897" lvl="3" indent="-482258" algn="l">
              <a:lnSpc>
                <a:spcPct val="115000"/>
              </a:lnSpc>
              <a:spcBef>
                <a:spcPts val="0"/>
              </a:spcBef>
              <a:spcAft>
                <a:spcPts val="0"/>
              </a:spcAft>
              <a:buSzPts val="3800"/>
              <a:buChar char="●"/>
              <a:defRPr sz="3900"/>
            </a:lvl4pPr>
            <a:lvl5pPr marL="2346122" lvl="4" indent="-482258" algn="l">
              <a:lnSpc>
                <a:spcPct val="115000"/>
              </a:lnSpc>
              <a:spcBef>
                <a:spcPts val="0"/>
              </a:spcBef>
              <a:spcAft>
                <a:spcPts val="0"/>
              </a:spcAft>
              <a:buSzPts val="3800"/>
              <a:buChar char="○"/>
              <a:defRPr sz="3900"/>
            </a:lvl5pPr>
            <a:lvl6pPr marL="2815346" lvl="5" indent="-482258" algn="l">
              <a:lnSpc>
                <a:spcPct val="115000"/>
              </a:lnSpc>
              <a:spcBef>
                <a:spcPts val="0"/>
              </a:spcBef>
              <a:spcAft>
                <a:spcPts val="0"/>
              </a:spcAft>
              <a:buSzPts val="3800"/>
              <a:buChar char="■"/>
              <a:defRPr sz="3900"/>
            </a:lvl6pPr>
            <a:lvl7pPr marL="3284571" lvl="6" indent="-482258" algn="l">
              <a:lnSpc>
                <a:spcPct val="115000"/>
              </a:lnSpc>
              <a:spcBef>
                <a:spcPts val="0"/>
              </a:spcBef>
              <a:spcAft>
                <a:spcPts val="0"/>
              </a:spcAft>
              <a:buSzPts val="3800"/>
              <a:buChar char="●"/>
              <a:defRPr sz="3900"/>
            </a:lvl7pPr>
            <a:lvl8pPr marL="3753795" lvl="7" indent="-482258" algn="l">
              <a:lnSpc>
                <a:spcPct val="115000"/>
              </a:lnSpc>
              <a:spcBef>
                <a:spcPts val="0"/>
              </a:spcBef>
              <a:spcAft>
                <a:spcPts val="0"/>
              </a:spcAft>
              <a:buSzPts val="3800"/>
              <a:buChar char="○"/>
              <a:defRPr sz="3900"/>
            </a:lvl8pPr>
            <a:lvl9pPr marL="4223019" lvl="8" indent="-482258" algn="l">
              <a:lnSpc>
                <a:spcPct val="115000"/>
              </a:lnSpc>
              <a:spcBef>
                <a:spcPts val="0"/>
              </a:spcBef>
              <a:spcAft>
                <a:spcPts val="0"/>
              </a:spcAft>
              <a:buSzPts val="3800"/>
              <a:buChar char="■"/>
              <a:defRPr sz="3900"/>
            </a:lvl9pPr>
          </a:lstStyle>
          <a:p>
            <a:endParaRPr/>
          </a:p>
        </p:txBody>
      </p:sp>
      <p:sp>
        <p:nvSpPr>
          <p:cNvPr id="24" name="Google Shape;24;p6"/>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748093" y="2848234"/>
            <a:ext cx="20449976" cy="3664763"/>
          </a:xfrm>
          <a:prstGeom prst="rect">
            <a:avLst/>
          </a:prstGeom>
          <a:noFill/>
          <a:ln>
            <a:noFill/>
          </a:ln>
        </p:spPr>
        <p:txBody>
          <a:bodyPr spcFirstLastPara="1" wrap="square" lIns="285425" tIns="285425" rIns="285425" bIns="285425" anchor="t" anchorCtr="0">
            <a:normAutofit/>
          </a:bodyPr>
          <a:lstStyle>
            <a:lvl1pPr lvl="0" algn="l">
              <a:lnSpc>
                <a:spcPct val="100000"/>
              </a:lnSpc>
              <a:spcBef>
                <a:spcPts val="0"/>
              </a:spcBef>
              <a:spcAft>
                <a:spcPts val="0"/>
              </a:spcAft>
              <a:buSzPts val="8700"/>
              <a:buNone/>
              <a:defRPr/>
            </a:lvl1pPr>
            <a:lvl2pPr lvl="1" algn="l">
              <a:lnSpc>
                <a:spcPct val="100000"/>
              </a:lnSpc>
              <a:spcBef>
                <a:spcPts val="0"/>
              </a:spcBef>
              <a:spcAft>
                <a:spcPts val="0"/>
              </a:spcAft>
              <a:buSzPts val="8700"/>
              <a:buNone/>
              <a:defRPr/>
            </a:lvl2pPr>
            <a:lvl3pPr lvl="2" algn="l">
              <a:lnSpc>
                <a:spcPct val="100000"/>
              </a:lnSpc>
              <a:spcBef>
                <a:spcPts val="0"/>
              </a:spcBef>
              <a:spcAft>
                <a:spcPts val="0"/>
              </a:spcAft>
              <a:buSzPts val="8700"/>
              <a:buNone/>
              <a:defRPr/>
            </a:lvl3pPr>
            <a:lvl4pPr lvl="3" algn="l">
              <a:lnSpc>
                <a:spcPct val="100000"/>
              </a:lnSpc>
              <a:spcBef>
                <a:spcPts val="0"/>
              </a:spcBef>
              <a:spcAft>
                <a:spcPts val="0"/>
              </a:spcAft>
              <a:buSzPts val="8700"/>
              <a:buNone/>
              <a:defRPr/>
            </a:lvl4pPr>
            <a:lvl5pPr lvl="4" algn="l">
              <a:lnSpc>
                <a:spcPct val="100000"/>
              </a:lnSpc>
              <a:spcBef>
                <a:spcPts val="0"/>
              </a:spcBef>
              <a:spcAft>
                <a:spcPts val="0"/>
              </a:spcAft>
              <a:buSzPts val="8700"/>
              <a:buNone/>
              <a:defRPr/>
            </a:lvl5pPr>
            <a:lvl6pPr lvl="5" algn="l">
              <a:lnSpc>
                <a:spcPct val="100000"/>
              </a:lnSpc>
              <a:spcBef>
                <a:spcPts val="0"/>
              </a:spcBef>
              <a:spcAft>
                <a:spcPts val="0"/>
              </a:spcAft>
              <a:buSzPts val="8700"/>
              <a:buNone/>
              <a:defRPr/>
            </a:lvl6pPr>
            <a:lvl7pPr lvl="6" algn="l">
              <a:lnSpc>
                <a:spcPct val="100000"/>
              </a:lnSpc>
              <a:spcBef>
                <a:spcPts val="0"/>
              </a:spcBef>
              <a:spcAft>
                <a:spcPts val="0"/>
              </a:spcAft>
              <a:buSzPts val="8700"/>
              <a:buNone/>
              <a:defRPr/>
            </a:lvl7pPr>
            <a:lvl8pPr lvl="7" algn="l">
              <a:lnSpc>
                <a:spcPct val="100000"/>
              </a:lnSpc>
              <a:spcBef>
                <a:spcPts val="0"/>
              </a:spcBef>
              <a:spcAft>
                <a:spcPts val="0"/>
              </a:spcAft>
              <a:buSzPts val="8700"/>
              <a:buNone/>
              <a:defRPr/>
            </a:lvl8pPr>
            <a:lvl9pPr lvl="8" algn="l">
              <a:lnSpc>
                <a:spcPct val="100000"/>
              </a:lnSpc>
              <a:spcBef>
                <a:spcPts val="0"/>
              </a:spcBef>
              <a:spcAft>
                <a:spcPts val="0"/>
              </a:spcAft>
              <a:buSzPts val="8700"/>
              <a:buNone/>
              <a:defRPr/>
            </a:lvl9pPr>
          </a:lstStyle>
          <a:p>
            <a:endParaRPr/>
          </a:p>
        </p:txBody>
      </p:sp>
      <p:sp>
        <p:nvSpPr>
          <p:cNvPr id="27" name="Google Shape;27;p7"/>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748093" y="3555932"/>
            <a:ext cx="6739277" cy="4837421"/>
          </a:xfrm>
          <a:prstGeom prst="rect">
            <a:avLst/>
          </a:prstGeom>
          <a:noFill/>
          <a:ln>
            <a:noFill/>
          </a:ln>
        </p:spPr>
        <p:txBody>
          <a:bodyPr spcFirstLastPara="1" wrap="square" lIns="285425" tIns="285425" rIns="285425" bIns="285425" anchor="b" anchorCtr="0">
            <a:normAutofit/>
          </a:bodyPr>
          <a:lstStyle>
            <a:lvl1pPr lvl="0" algn="l">
              <a:lnSpc>
                <a:spcPct val="100000"/>
              </a:lnSpc>
              <a:spcBef>
                <a:spcPts val="0"/>
              </a:spcBef>
              <a:spcAft>
                <a:spcPts val="0"/>
              </a:spcAft>
              <a:buSzPts val="7600"/>
              <a:buNone/>
              <a:defRPr sz="7800"/>
            </a:lvl1pPr>
            <a:lvl2pPr lvl="1" algn="l">
              <a:lnSpc>
                <a:spcPct val="100000"/>
              </a:lnSpc>
              <a:spcBef>
                <a:spcPts val="0"/>
              </a:spcBef>
              <a:spcAft>
                <a:spcPts val="0"/>
              </a:spcAft>
              <a:buSzPts val="7600"/>
              <a:buNone/>
              <a:defRPr sz="7800"/>
            </a:lvl2pPr>
            <a:lvl3pPr lvl="2" algn="l">
              <a:lnSpc>
                <a:spcPct val="100000"/>
              </a:lnSpc>
              <a:spcBef>
                <a:spcPts val="0"/>
              </a:spcBef>
              <a:spcAft>
                <a:spcPts val="0"/>
              </a:spcAft>
              <a:buSzPts val="7600"/>
              <a:buNone/>
              <a:defRPr sz="7800"/>
            </a:lvl3pPr>
            <a:lvl4pPr lvl="3" algn="l">
              <a:lnSpc>
                <a:spcPct val="100000"/>
              </a:lnSpc>
              <a:spcBef>
                <a:spcPts val="0"/>
              </a:spcBef>
              <a:spcAft>
                <a:spcPts val="0"/>
              </a:spcAft>
              <a:buSzPts val="7600"/>
              <a:buNone/>
              <a:defRPr sz="7800"/>
            </a:lvl4pPr>
            <a:lvl5pPr lvl="4" algn="l">
              <a:lnSpc>
                <a:spcPct val="100000"/>
              </a:lnSpc>
              <a:spcBef>
                <a:spcPts val="0"/>
              </a:spcBef>
              <a:spcAft>
                <a:spcPts val="0"/>
              </a:spcAft>
              <a:buSzPts val="7600"/>
              <a:buNone/>
              <a:defRPr sz="7800"/>
            </a:lvl5pPr>
            <a:lvl6pPr lvl="5" algn="l">
              <a:lnSpc>
                <a:spcPct val="100000"/>
              </a:lnSpc>
              <a:spcBef>
                <a:spcPts val="0"/>
              </a:spcBef>
              <a:spcAft>
                <a:spcPts val="0"/>
              </a:spcAft>
              <a:buSzPts val="7600"/>
              <a:buNone/>
              <a:defRPr sz="7800"/>
            </a:lvl6pPr>
            <a:lvl7pPr lvl="6" algn="l">
              <a:lnSpc>
                <a:spcPct val="100000"/>
              </a:lnSpc>
              <a:spcBef>
                <a:spcPts val="0"/>
              </a:spcBef>
              <a:spcAft>
                <a:spcPts val="0"/>
              </a:spcAft>
              <a:buSzPts val="7600"/>
              <a:buNone/>
              <a:defRPr sz="7800"/>
            </a:lvl7pPr>
            <a:lvl8pPr lvl="7" algn="l">
              <a:lnSpc>
                <a:spcPct val="100000"/>
              </a:lnSpc>
              <a:spcBef>
                <a:spcPts val="0"/>
              </a:spcBef>
              <a:spcAft>
                <a:spcPts val="0"/>
              </a:spcAft>
              <a:buSzPts val="7600"/>
              <a:buNone/>
              <a:defRPr sz="7800"/>
            </a:lvl8pPr>
            <a:lvl9pPr lvl="8" algn="l">
              <a:lnSpc>
                <a:spcPct val="100000"/>
              </a:lnSpc>
              <a:spcBef>
                <a:spcPts val="0"/>
              </a:spcBef>
              <a:spcAft>
                <a:spcPts val="0"/>
              </a:spcAft>
              <a:buSzPts val="7600"/>
              <a:buNone/>
              <a:defRPr sz="7800"/>
            </a:lvl9pPr>
          </a:lstStyle>
          <a:p>
            <a:endParaRPr/>
          </a:p>
        </p:txBody>
      </p:sp>
      <p:sp>
        <p:nvSpPr>
          <p:cNvPr id="30" name="Google Shape;30;p8"/>
          <p:cNvSpPr txBox="1">
            <a:spLocks noGrp="1"/>
          </p:cNvSpPr>
          <p:nvPr>
            <p:ph type="body" idx="1"/>
          </p:nvPr>
        </p:nvSpPr>
        <p:spPr>
          <a:xfrm>
            <a:off x="748093" y="8893672"/>
            <a:ext cx="6739277" cy="20349136"/>
          </a:xfrm>
          <a:prstGeom prst="rect">
            <a:avLst/>
          </a:prstGeom>
          <a:noFill/>
          <a:ln>
            <a:noFill/>
          </a:ln>
        </p:spPr>
        <p:txBody>
          <a:bodyPr spcFirstLastPara="1" wrap="square" lIns="285425" tIns="285425" rIns="285425" bIns="285425" anchor="t" anchorCtr="0">
            <a:normAutofit/>
          </a:bodyPr>
          <a:lstStyle>
            <a:lvl1pPr marL="469224" lvl="0" indent="-482258" algn="l">
              <a:lnSpc>
                <a:spcPct val="115000"/>
              </a:lnSpc>
              <a:spcBef>
                <a:spcPts val="0"/>
              </a:spcBef>
              <a:spcAft>
                <a:spcPts val="0"/>
              </a:spcAft>
              <a:buSzPts val="3800"/>
              <a:buChar char="●"/>
              <a:defRPr sz="3900"/>
            </a:lvl1pPr>
            <a:lvl2pPr marL="938449" lvl="1" indent="-482258" algn="l">
              <a:lnSpc>
                <a:spcPct val="115000"/>
              </a:lnSpc>
              <a:spcBef>
                <a:spcPts val="0"/>
              </a:spcBef>
              <a:spcAft>
                <a:spcPts val="0"/>
              </a:spcAft>
              <a:buSzPts val="3800"/>
              <a:buChar char="○"/>
              <a:defRPr sz="3900"/>
            </a:lvl2pPr>
            <a:lvl3pPr marL="1407673" lvl="2" indent="-482258" algn="l">
              <a:lnSpc>
                <a:spcPct val="115000"/>
              </a:lnSpc>
              <a:spcBef>
                <a:spcPts val="0"/>
              </a:spcBef>
              <a:spcAft>
                <a:spcPts val="0"/>
              </a:spcAft>
              <a:buSzPts val="3800"/>
              <a:buChar char="■"/>
              <a:defRPr sz="3900"/>
            </a:lvl3pPr>
            <a:lvl4pPr marL="1876897" lvl="3" indent="-482258" algn="l">
              <a:lnSpc>
                <a:spcPct val="115000"/>
              </a:lnSpc>
              <a:spcBef>
                <a:spcPts val="0"/>
              </a:spcBef>
              <a:spcAft>
                <a:spcPts val="0"/>
              </a:spcAft>
              <a:buSzPts val="3800"/>
              <a:buChar char="●"/>
              <a:defRPr sz="3900"/>
            </a:lvl4pPr>
            <a:lvl5pPr marL="2346122" lvl="4" indent="-482258" algn="l">
              <a:lnSpc>
                <a:spcPct val="115000"/>
              </a:lnSpc>
              <a:spcBef>
                <a:spcPts val="0"/>
              </a:spcBef>
              <a:spcAft>
                <a:spcPts val="0"/>
              </a:spcAft>
              <a:buSzPts val="3800"/>
              <a:buChar char="○"/>
              <a:defRPr sz="3900"/>
            </a:lvl5pPr>
            <a:lvl6pPr marL="2815346" lvl="5" indent="-482258" algn="l">
              <a:lnSpc>
                <a:spcPct val="115000"/>
              </a:lnSpc>
              <a:spcBef>
                <a:spcPts val="0"/>
              </a:spcBef>
              <a:spcAft>
                <a:spcPts val="0"/>
              </a:spcAft>
              <a:buSzPts val="3800"/>
              <a:buChar char="■"/>
              <a:defRPr sz="3900"/>
            </a:lvl6pPr>
            <a:lvl7pPr marL="3284571" lvl="6" indent="-482258" algn="l">
              <a:lnSpc>
                <a:spcPct val="115000"/>
              </a:lnSpc>
              <a:spcBef>
                <a:spcPts val="0"/>
              </a:spcBef>
              <a:spcAft>
                <a:spcPts val="0"/>
              </a:spcAft>
              <a:buSzPts val="3800"/>
              <a:buChar char="●"/>
              <a:defRPr sz="3900"/>
            </a:lvl7pPr>
            <a:lvl8pPr marL="3753795" lvl="7" indent="-482258" algn="l">
              <a:lnSpc>
                <a:spcPct val="115000"/>
              </a:lnSpc>
              <a:spcBef>
                <a:spcPts val="0"/>
              </a:spcBef>
              <a:spcAft>
                <a:spcPts val="0"/>
              </a:spcAft>
              <a:buSzPts val="3800"/>
              <a:buChar char="○"/>
              <a:defRPr sz="3900"/>
            </a:lvl8pPr>
            <a:lvl9pPr marL="4223019" lvl="8" indent="-482258" algn="l">
              <a:lnSpc>
                <a:spcPct val="115000"/>
              </a:lnSpc>
              <a:spcBef>
                <a:spcPts val="0"/>
              </a:spcBef>
              <a:spcAft>
                <a:spcPts val="0"/>
              </a:spcAft>
              <a:buSzPts val="3800"/>
              <a:buChar char="■"/>
              <a:defRPr sz="3900"/>
            </a:lvl9pPr>
          </a:lstStyle>
          <a:p>
            <a:endParaRPr/>
          </a:p>
        </p:txBody>
      </p:sp>
      <p:sp>
        <p:nvSpPr>
          <p:cNvPr id="31" name="Google Shape;31;p8"/>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1176621" y="2881035"/>
            <a:ext cx="15283063" cy="26181116"/>
          </a:xfrm>
          <a:prstGeom prst="rect">
            <a:avLst/>
          </a:prstGeom>
          <a:noFill/>
          <a:ln>
            <a:noFill/>
          </a:ln>
        </p:spPr>
        <p:txBody>
          <a:bodyPr spcFirstLastPara="1" wrap="square" lIns="285425" tIns="285425" rIns="285425" bIns="285425" anchor="ctr" anchorCtr="0">
            <a:normAutofit/>
          </a:bodyPr>
          <a:lstStyle>
            <a:lvl1pPr lvl="0" algn="l">
              <a:lnSpc>
                <a:spcPct val="100000"/>
              </a:lnSpc>
              <a:spcBef>
                <a:spcPts val="0"/>
              </a:spcBef>
              <a:spcAft>
                <a:spcPts val="0"/>
              </a:spcAft>
              <a:buSzPts val="14900"/>
              <a:buNone/>
              <a:defRPr sz="15292"/>
            </a:lvl1pPr>
            <a:lvl2pPr lvl="1" algn="l">
              <a:lnSpc>
                <a:spcPct val="100000"/>
              </a:lnSpc>
              <a:spcBef>
                <a:spcPts val="0"/>
              </a:spcBef>
              <a:spcAft>
                <a:spcPts val="0"/>
              </a:spcAft>
              <a:buSzPts val="14900"/>
              <a:buNone/>
              <a:defRPr sz="15292"/>
            </a:lvl2pPr>
            <a:lvl3pPr lvl="2" algn="l">
              <a:lnSpc>
                <a:spcPct val="100000"/>
              </a:lnSpc>
              <a:spcBef>
                <a:spcPts val="0"/>
              </a:spcBef>
              <a:spcAft>
                <a:spcPts val="0"/>
              </a:spcAft>
              <a:buSzPts val="14900"/>
              <a:buNone/>
              <a:defRPr sz="15292"/>
            </a:lvl3pPr>
            <a:lvl4pPr lvl="3" algn="l">
              <a:lnSpc>
                <a:spcPct val="100000"/>
              </a:lnSpc>
              <a:spcBef>
                <a:spcPts val="0"/>
              </a:spcBef>
              <a:spcAft>
                <a:spcPts val="0"/>
              </a:spcAft>
              <a:buSzPts val="14900"/>
              <a:buNone/>
              <a:defRPr sz="15292"/>
            </a:lvl4pPr>
            <a:lvl5pPr lvl="4" algn="l">
              <a:lnSpc>
                <a:spcPct val="100000"/>
              </a:lnSpc>
              <a:spcBef>
                <a:spcPts val="0"/>
              </a:spcBef>
              <a:spcAft>
                <a:spcPts val="0"/>
              </a:spcAft>
              <a:buSzPts val="14900"/>
              <a:buNone/>
              <a:defRPr sz="15292"/>
            </a:lvl5pPr>
            <a:lvl6pPr lvl="5" algn="l">
              <a:lnSpc>
                <a:spcPct val="100000"/>
              </a:lnSpc>
              <a:spcBef>
                <a:spcPts val="0"/>
              </a:spcBef>
              <a:spcAft>
                <a:spcPts val="0"/>
              </a:spcAft>
              <a:buSzPts val="14900"/>
              <a:buNone/>
              <a:defRPr sz="15292"/>
            </a:lvl6pPr>
            <a:lvl7pPr lvl="6" algn="l">
              <a:lnSpc>
                <a:spcPct val="100000"/>
              </a:lnSpc>
              <a:spcBef>
                <a:spcPts val="0"/>
              </a:spcBef>
              <a:spcAft>
                <a:spcPts val="0"/>
              </a:spcAft>
              <a:buSzPts val="14900"/>
              <a:buNone/>
              <a:defRPr sz="15292"/>
            </a:lvl7pPr>
            <a:lvl8pPr lvl="7" algn="l">
              <a:lnSpc>
                <a:spcPct val="100000"/>
              </a:lnSpc>
              <a:spcBef>
                <a:spcPts val="0"/>
              </a:spcBef>
              <a:spcAft>
                <a:spcPts val="0"/>
              </a:spcAft>
              <a:buSzPts val="14900"/>
              <a:buNone/>
              <a:defRPr sz="15292"/>
            </a:lvl8pPr>
            <a:lvl9pPr lvl="8" algn="l">
              <a:lnSpc>
                <a:spcPct val="100000"/>
              </a:lnSpc>
              <a:spcBef>
                <a:spcPts val="0"/>
              </a:spcBef>
              <a:spcAft>
                <a:spcPts val="0"/>
              </a:spcAft>
              <a:buSzPts val="14900"/>
              <a:buNone/>
              <a:defRPr sz="15292"/>
            </a:lvl9pPr>
          </a:lstStyle>
          <a:p>
            <a:endParaRPr/>
          </a:p>
        </p:txBody>
      </p:sp>
      <p:sp>
        <p:nvSpPr>
          <p:cNvPr id="34" name="Google Shape;34;p9"/>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10972993" y="-800"/>
            <a:ext cx="10972992" cy="32919256"/>
          </a:xfrm>
          <a:prstGeom prst="rect">
            <a:avLst/>
          </a:prstGeom>
          <a:solidFill>
            <a:schemeClr val="lt2"/>
          </a:solidFill>
          <a:ln>
            <a:noFill/>
          </a:ln>
        </p:spPr>
        <p:txBody>
          <a:bodyPr spcFirstLastPara="1" wrap="square" lIns="292926" tIns="292926" rIns="292926" bIns="292926"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26"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637212" y="7892525"/>
            <a:ext cx="9708512" cy="9486956"/>
          </a:xfrm>
          <a:prstGeom prst="rect">
            <a:avLst/>
          </a:prstGeom>
          <a:noFill/>
          <a:ln>
            <a:noFill/>
          </a:ln>
        </p:spPr>
        <p:txBody>
          <a:bodyPr spcFirstLastPara="1" wrap="square" lIns="285425" tIns="285425" rIns="285425" bIns="285425" anchor="b" anchorCtr="0">
            <a:normAutofit/>
          </a:bodyPr>
          <a:lstStyle>
            <a:lvl1pPr lvl="0" algn="ctr">
              <a:lnSpc>
                <a:spcPct val="100000"/>
              </a:lnSpc>
              <a:spcBef>
                <a:spcPts val="0"/>
              </a:spcBef>
              <a:spcAft>
                <a:spcPts val="0"/>
              </a:spcAft>
              <a:buSzPts val="13100"/>
              <a:buNone/>
              <a:defRPr sz="13445"/>
            </a:lvl1pPr>
            <a:lvl2pPr lvl="1" algn="ctr">
              <a:lnSpc>
                <a:spcPct val="100000"/>
              </a:lnSpc>
              <a:spcBef>
                <a:spcPts val="0"/>
              </a:spcBef>
              <a:spcAft>
                <a:spcPts val="0"/>
              </a:spcAft>
              <a:buSzPts val="13100"/>
              <a:buNone/>
              <a:defRPr sz="13445"/>
            </a:lvl2pPr>
            <a:lvl3pPr lvl="2" algn="ctr">
              <a:lnSpc>
                <a:spcPct val="100000"/>
              </a:lnSpc>
              <a:spcBef>
                <a:spcPts val="0"/>
              </a:spcBef>
              <a:spcAft>
                <a:spcPts val="0"/>
              </a:spcAft>
              <a:buSzPts val="13100"/>
              <a:buNone/>
              <a:defRPr sz="13445"/>
            </a:lvl3pPr>
            <a:lvl4pPr lvl="3" algn="ctr">
              <a:lnSpc>
                <a:spcPct val="100000"/>
              </a:lnSpc>
              <a:spcBef>
                <a:spcPts val="0"/>
              </a:spcBef>
              <a:spcAft>
                <a:spcPts val="0"/>
              </a:spcAft>
              <a:buSzPts val="13100"/>
              <a:buNone/>
              <a:defRPr sz="13445"/>
            </a:lvl4pPr>
            <a:lvl5pPr lvl="4" algn="ctr">
              <a:lnSpc>
                <a:spcPct val="100000"/>
              </a:lnSpc>
              <a:spcBef>
                <a:spcPts val="0"/>
              </a:spcBef>
              <a:spcAft>
                <a:spcPts val="0"/>
              </a:spcAft>
              <a:buSzPts val="13100"/>
              <a:buNone/>
              <a:defRPr sz="13445"/>
            </a:lvl5pPr>
            <a:lvl6pPr lvl="5" algn="ctr">
              <a:lnSpc>
                <a:spcPct val="100000"/>
              </a:lnSpc>
              <a:spcBef>
                <a:spcPts val="0"/>
              </a:spcBef>
              <a:spcAft>
                <a:spcPts val="0"/>
              </a:spcAft>
              <a:buSzPts val="13100"/>
              <a:buNone/>
              <a:defRPr sz="13445"/>
            </a:lvl6pPr>
            <a:lvl7pPr lvl="6" algn="ctr">
              <a:lnSpc>
                <a:spcPct val="100000"/>
              </a:lnSpc>
              <a:spcBef>
                <a:spcPts val="0"/>
              </a:spcBef>
              <a:spcAft>
                <a:spcPts val="0"/>
              </a:spcAft>
              <a:buSzPts val="13100"/>
              <a:buNone/>
              <a:defRPr sz="13445"/>
            </a:lvl7pPr>
            <a:lvl8pPr lvl="7" algn="ctr">
              <a:lnSpc>
                <a:spcPct val="100000"/>
              </a:lnSpc>
              <a:spcBef>
                <a:spcPts val="0"/>
              </a:spcBef>
              <a:spcAft>
                <a:spcPts val="0"/>
              </a:spcAft>
              <a:buSzPts val="13100"/>
              <a:buNone/>
              <a:defRPr sz="13445"/>
            </a:lvl8pPr>
            <a:lvl9pPr lvl="8" algn="ctr">
              <a:lnSpc>
                <a:spcPct val="100000"/>
              </a:lnSpc>
              <a:spcBef>
                <a:spcPts val="0"/>
              </a:spcBef>
              <a:spcAft>
                <a:spcPts val="0"/>
              </a:spcAft>
              <a:buSzPts val="13100"/>
              <a:buNone/>
              <a:defRPr sz="13445"/>
            </a:lvl9pPr>
          </a:lstStyle>
          <a:p>
            <a:endParaRPr/>
          </a:p>
        </p:txBody>
      </p:sp>
      <p:sp>
        <p:nvSpPr>
          <p:cNvPr id="38" name="Google Shape;38;p10"/>
          <p:cNvSpPr txBox="1">
            <a:spLocks noGrp="1"/>
          </p:cNvSpPr>
          <p:nvPr>
            <p:ph type="subTitle" idx="1"/>
          </p:nvPr>
        </p:nvSpPr>
        <p:spPr>
          <a:xfrm>
            <a:off x="637212" y="17940146"/>
            <a:ext cx="9708512" cy="7904601"/>
          </a:xfrm>
          <a:prstGeom prst="rect">
            <a:avLst/>
          </a:prstGeom>
          <a:noFill/>
          <a:ln>
            <a:noFill/>
          </a:ln>
        </p:spPr>
        <p:txBody>
          <a:bodyPr spcFirstLastPara="1" wrap="square" lIns="285425" tIns="285425" rIns="285425" bIns="285425" anchor="t" anchorCtr="0">
            <a:normAutofit/>
          </a:bodyPr>
          <a:lstStyle>
            <a:lvl1pPr lvl="0" algn="ctr">
              <a:lnSpc>
                <a:spcPct val="100000"/>
              </a:lnSpc>
              <a:spcBef>
                <a:spcPts val="0"/>
              </a:spcBef>
              <a:spcAft>
                <a:spcPts val="0"/>
              </a:spcAft>
              <a:buSzPts val="6500"/>
              <a:buNone/>
              <a:defRPr sz="6671"/>
            </a:lvl1pPr>
            <a:lvl2pPr lvl="1" algn="ctr">
              <a:lnSpc>
                <a:spcPct val="100000"/>
              </a:lnSpc>
              <a:spcBef>
                <a:spcPts val="0"/>
              </a:spcBef>
              <a:spcAft>
                <a:spcPts val="0"/>
              </a:spcAft>
              <a:buSzPts val="6500"/>
              <a:buNone/>
              <a:defRPr sz="6671"/>
            </a:lvl2pPr>
            <a:lvl3pPr lvl="2" algn="ctr">
              <a:lnSpc>
                <a:spcPct val="100000"/>
              </a:lnSpc>
              <a:spcBef>
                <a:spcPts val="0"/>
              </a:spcBef>
              <a:spcAft>
                <a:spcPts val="0"/>
              </a:spcAft>
              <a:buSzPts val="6500"/>
              <a:buNone/>
              <a:defRPr sz="6671"/>
            </a:lvl3pPr>
            <a:lvl4pPr lvl="3" algn="ctr">
              <a:lnSpc>
                <a:spcPct val="100000"/>
              </a:lnSpc>
              <a:spcBef>
                <a:spcPts val="0"/>
              </a:spcBef>
              <a:spcAft>
                <a:spcPts val="0"/>
              </a:spcAft>
              <a:buSzPts val="6500"/>
              <a:buNone/>
              <a:defRPr sz="6671"/>
            </a:lvl4pPr>
            <a:lvl5pPr lvl="4" algn="ctr">
              <a:lnSpc>
                <a:spcPct val="100000"/>
              </a:lnSpc>
              <a:spcBef>
                <a:spcPts val="0"/>
              </a:spcBef>
              <a:spcAft>
                <a:spcPts val="0"/>
              </a:spcAft>
              <a:buSzPts val="6500"/>
              <a:buNone/>
              <a:defRPr sz="6671"/>
            </a:lvl5pPr>
            <a:lvl6pPr lvl="5" algn="ctr">
              <a:lnSpc>
                <a:spcPct val="100000"/>
              </a:lnSpc>
              <a:spcBef>
                <a:spcPts val="0"/>
              </a:spcBef>
              <a:spcAft>
                <a:spcPts val="0"/>
              </a:spcAft>
              <a:buSzPts val="6500"/>
              <a:buNone/>
              <a:defRPr sz="6671"/>
            </a:lvl6pPr>
            <a:lvl7pPr lvl="6" algn="ctr">
              <a:lnSpc>
                <a:spcPct val="100000"/>
              </a:lnSpc>
              <a:spcBef>
                <a:spcPts val="0"/>
              </a:spcBef>
              <a:spcAft>
                <a:spcPts val="0"/>
              </a:spcAft>
              <a:buSzPts val="6500"/>
              <a:buNone/>
              <a:defRPr sz="6671"/>
            </a:lvl7pPr>
            <a:lvl8pPr lvl="7" algn="ctr">
              <a:lnSpc>
                <a:spcPct val="100000"/>
              </a:lnSpc>
              <a:spcBef>
                <a:spcPts val="0"/>
              </a:spcBef>
              <a:spcAft>
                <a:spcPts val="0"/>
              </a:spcAft>
              <a:buSzPts val="6500"/>
              <a:buNone/>
              <a:defRPr sz="6671"/>
            </a:lvl8pPr>
            <a:lvl9pPr lvl="8" algn="ctr">
              <a:lnSpc>
                <a:spcPct val="100000"/>
              </a:lnSpc>
              <a:spcBef>
                <a:spcPts val="0"/>
              </a:spcBef>
              <a:spcAft>
                <a:spcPts val="0"/>
              </a:spcAft>
              <a:buSzPts val="6500"/>
              <a:buNone/>
              <a:defRPr sz="6671"/>
            </a:lvl9pPr>
          </a:lstStyle>
          <a:p>
            <a:endParaRPr/>
          </a:p>
        </p:txBody>
      </p:sp>
      <p:sp>
        <p:nvSpPr>
          <p:cNvPr id="39" name="Google Shape;39;p10"/>
          <p:cNvSpPr txBox="1">
            <a:spLocks noGrp="1"/>
          </p:cNvSpPr>
          <p:nvPr>
            <p:ph type="body" idx="2"/>
          </p:nvPr>
        </p:nvSpPr>
        <p:spPr>
          <a:xfrm>
            <a:off x="11855008" y="4634201"/>
            <a:ext cx="9208816" cy="23649543"/>
          </a:xfrm>
          <a:prstGeom prst="rect">
            <a:avLst/>
          </a:prstGeom>
          <a:noFill/>
          <a:ln>
            <a:noFill/>
          </a:ln>
        </p:spPr>
        <p:txBody>
          <a:bodyPr spcFirstLastPara="1" wrap="square" lIns="285425" tIns="285425" rIns="285425" bIns="285425" anchor="ctr" anchorCtr="0">
            <a:normAutofit/>
          </a:bodyPr>
          <a:lstStyle>
            <a:lvl1pPr marL="469224" lvl="0" indent="-599564" algn="l">
              <a:lnSpc>
                <a:spcPct val="115000"/>
              </a:lnSpc>
              <a:spcBef>
                <a:spcPts val="0"/>
              </a:spcBef>
              <a:spcAft>
                <a:spcPts val="0"/>
              </a:spcAft>
              <a:buSzPts val="5600"/>
              <a:buChar char="●"/>
              <a:defRPr/>
            </a:lvl1pPr>
            <a:lvl2pPr marL="938449" lvl="1" indent="-514843" algn="l">
              <a:lnSpc>
                <a:spcPct val="115000"/>
              </a:lnSpc>
              <a:spcBef>
                <a:spcPts val="0"/>
              </a:spcBef>
              <a:spcAft>
                <a:spcPts val="0"/>
              </a:spcAft>
              <a:buSzPts val="4300"/>
              <a:buChar char="○"/>
              <a:defRPr/>
            </a:lvl2pPr>
            <a:lvl3pPr marL="1407673" lvl="2" indent="-514843" algn="l">
              <a:lnSpc>
                <a:spcPct val="115000"/>
              </a:lnSpc>
              <a:spcBef>
                <a:spcPts val="0"/>
              </a:spcBef>
              <a:spcAft>
                <a:spcPts val="0"/>
              </a:spcAft>
              <a:buSzPts val="4300"/>
              <a:buChar char="■"/>
              <a:defRPr/>
            </a:lvl3pPr>
            <a:lvl4pPr marL="1876897" lvl="3" indent="-514843" algn="l">
              <a:lnSpc>
                <a:spcPct val="115000"/>
              </a:lnSpc>
              <a:spcBef>
                <a:spcPts val="0"/>
              </a:spcBef>
              <a:spcAft>
                <a:spcPts val="0"/>
              </a:spcAft>
              <a:buSzPts val="4300"/>
              <a:buChar char="●"/>
              <a:defRPr/>
            </a:lvl4pPr>
            <a:lvl5pPr marL="2346122" lvl="4" indent="-514843" algn="l">
              <a:lnSpc>
                <a:spcPct val="115000"/>
              </a:lnSpc>
              <a:spcBef>
                <a:spcPts val="0"/>
              </a:spcBef>
              <a:spcAft>
                <a:spcPts val="0"/>
              </a:spcAft>
              <a:buSzPts val="4300"/>
              <a:buChar char="○"/>
              <a:defRPr/>
            </a:lvl5pPr>
            <a:lvl6pPr marL="2815346" lvl="5" indent="-514843" algn="l">
              <a:lnSpc>
                <a:spcPct val="115000"/>
              </a:lnSpc>
              <a:spcBef>
                <a:spcPts val="0"/>
              </a:spcBef>
              <a:spcAft>
                <a:spcPts val="0"/>
              </a:spcAft>
              <a:buSzPts val="4300"/>
              <a:buChar char="■"/>
              <a:defRPr/>
            </a:lvl6pPr>
            <a:lvl7pPr marL="3284571" lvl="6" indent="-514843" algn="l">
              <a:lnSpc>
                <a:spcPct val="115000"/>
              </a:lnSpc>
              <a:spcBef>
                <a:spcPts val="0"/>
              </a:spcBef>
              <a:spcAft>
                <a:spcPts val="0"/>
              </a:spcAft>
              <a:buSzPts val="4300"/>
              <a:buChar char="●"/>
              <a:defRPr/>
            </a:lvl7pPr>
            <a:lvl8pPr marL="3753795" lvl="7" indent="-514843" algn="l">
              <a:lnSpc>
                <a:spcPct val="115000"/>
              </a:lnSpc>
              <a:spcBef>
                <a:spcPts val="0"/>
              </a:spcBef>
              <a:spcAft>
                <a:spcPts val="0"/>
              </a:spcAft>
              <a:buSzPts val="4300"/>
              <a:buChar char="○"/>
              <a:defRPr/>
            </a:lvl8pPr>
            <a:lvl9pPr marL="4223019" lvl="8" indent="-514843" algn="l">
              <a:lnSpc>
                <a:spcPct val="115000"/>
              </a:lnSpc>
              <a:spcBef>
                <a:spcPts val="0"/>
              </a:spcBef>
              <a:spcAft>
                <a:spcPts val="0"/>
              </a:spcAft>
              <a:buSzPts val="4300"/>
              <a:buChar char="■"/>
              <a:defRPr/>
            </a:lvl9pPr>
          </a:lstStyle>
          <a:p>
            <a:endParaRPr/>
          </a:p>
        </p:txBody>
      </p:sp>
      <p:sp>
        <p:nvSpPr>
          <p:cNvPr id="40" name="Google Shape;40;p10"/>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748093" y="27076383"/>
            <a:ext cx="14397588" cy="3872547"/>
          </a:xfrm>
          <a:prstGeom prst="rect">
            <a:avLst/>
          </a:prstGeom>
          <a:noFill/>
          <a:ln>
            <a:noFill/>
          </a:ln>
        </p:spPr>
        <p:txBody>
          <a:bodyPr spcFirstLastPara="1" wrap="square" lIns="285425" tIns="285425" rIns="285425" bIns="285425" anchor="ctr" anchorCtr="0">
            <a:normAutofit/>
          </a:bodyPr>
          <a:lstStyle>
            <a:lvl1pPr marL="469224" lvl="0" indent="-234612" algn="l">
              <a:lnSpc>
                <a:spcPct val="100000"/>
              </a:lnSpc>
              <a:spcBef>
                <a:spcPts val="0"/>
              </a:spcBef>
              <a:spcAft>
                <a:spcPts val="0"/>
              </a:spcAft>
              <a:buSzPts val="5600"/>
              <a:buNone/>
              <a:defRPr/>
            </a:lvl1pPr>
          </a:lstStyle>
          <a:p>
            <a:endParaRPr/>
          </a:p>
        </p:txBody>
      </p:sp>
      <p:sp>
        <p:nvSpPr>
          <p:cNvPr id="43" name="Google Shape;43;p11"/>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748093" y="7079384"/>
            <a:ext cx="20449976" cy="12567184"/>
          </a:xfrm>
          <a:prstGeom prst="rect">
            <a:avLst/>
          </a:prstGeom>
          <a:noFill/>
          <a:ln>
            <a:noFill/>
          </a:ln>
        </p:spPr>
        <p:txBody>
          <a:bodyPr spcFirstLastPara="1" wrap="square" lIns="285425" tIns="285425" rIns="285425" bIns="285425" anchor="b" anchorCtr="0">
            <a:normAutofit/>
          </a:bodyPr>
          <a:lstStyle>
            <a:lvl1pPr lvl="0" algn="ctr">
              <a:lnSpc>
                <a:spcPct val="100000"/>
              </a:lnSpc>
              <a:spcBef>
                <a:spcPts val="0"/>
              </a:spcBef>
              <a:spcAft>
                <a:spcPts val="0"/>
              </a:spcAft>
              <a:buSzPts val="37500"/>
              <a:buNone/>
              <a:defRPr sz="38486"/>
            </a:lvl1pPr>
            <a:lvl2pPr lvl="1" algn="ctr">
              <a:lnSpc>
                <a:spcPct val="100000"/>
              </a:lnSpc>
              <a:spcBef>
                <a:spcPts val="0"/>
              </a:spcBef>
              <a:spcAft>
                <a:spcPts val="0"/>
              </a:spcAft>
              <a:buSzPts val="37500"/>
              <a:buNone/>
              <a:defRPr sz="38486"/>
            </a:lvl2pPr>
            <a:lvl3pPr lvl="2" algn="ctr">
              <a:lnSpc>
                <a:spcPct val="100000"/>
              </a:lnSpc>
              <a:spcBef>
                <a:spcPts val="0"/>
              </a:spcBef>
              <a:spcAft>
                <a:spcPts val="0"/>
              </a:spcAft>
              <a:buSzPts val="37500"/>
              <a:buNone/>
              <a:defRPr sz="38486"/>
            </a:lvl3pPr>
            <a:lvl4pPr lvl="3" algn="ctr">
              <a:lnSpc>
                <a:spcPct val="100000"/>
              </a:lnSpc>
              <a:spcBef>
                <a:spcPts val="0"/>
              </a:spcBef>
              <a:spcAft>
                <a:spcPts val="0"/>
              </a:spcAft>
              <a:buSzPts val="37500"/>
              <a:buNone/>
              <a:defRPr sz="38486"/>
            </a:lvl4pPr>
            <a:lvl5pPr lvl="4" algn="ctr">
              <a:lnSpc>
                <a:spcPct val="100000"/>
              </a:lnSpc>
              <a:spcBef>
                <a:spcPts val="0"/>
              </a:spcBef>
              <a:spcAft>
                <a:spcPts val="0"/>
              </a:spcAft>
              <a:buSzPts val="37500"/>
              <a:buNone/>
              <a:defRPr sz="38486"/>
            </a:lvl5pPr>
            <a:lvl6pPr lvl="5" algn="ctr">
              <a:lnSpc>
                <a:spcPct val="100000"/>
              </a:lnSpc>
              <a:spcBef>
                <a:spcPts val="0"/>
              </a:spcBef>
              <a:spcAft>
                <a:spcPts val="0"/>
              </a:spcAft>
              <a:buSzPts val="37500"/>
              <a:buNone/>
              <a:defRPr sz="38486"/>
            </a:lvl6pPr>
            <a:lvl7pPr lvl="6" algn="ctr">
              <a:lnSpc>
                <a:spcPct val="100000"/>
              </a:lnSpc>
              <a:spcBef>
                <a:spcPts val="0"/>
              </a:spcBef>
              <a:spcAft>
                <a:spcPts val="0"/>
              </a:spcAft>
              <a:buSzPts val="37500"/>
              <a:buNone/>
              <a:defRPr sz="38486"/>
            </a:lvl7pPr>
            <a:lvl8pPr lvl="7" algn="ctr">
              <a:lnSpc>
                <a:spcPct val="100000"/>
              </a:lnSpc>
              <a:spcBef>
                <a:spcPts val="0"/>
              </a:spcBef>
              <a:spcAft>
                <a:spcPts val="0"/>
              </a:spcAft>
              <a:buSzPts val="37500"/>
              <a:buNone/>
              <a:defRPr sz="38486"/>
            </a:lvl8pPr>
            <a:lvl9pPr lvl="8" algn="ctr">
              <a:lnSpc>
                <a:spcPct val="100000"/>
              </a:lnSpc>
              <a:spcBef>
                <a:spcPts val="0"/>
              </a:spcBef>
              <a:spcAft>
                <a:spcPts val="0"/>
              </a:spcAft>
              <a:buSzPts val="37500"/>
              <a:buNone/>
              <a:defRPr sz="38486"/>
            </a:lvl9pPr>
          </a:lstStyle>
          <a:p>
            <a:r>
              <a:t>xx%</a:t>
            </a:r>
          </a:p>
        </p:txBody>
      </p:sp>
      <p:sp>
        <p:nvSpPr>
          <p:cNvPr id="46" name="Google Shape;46;p12"/>
          <p:cNvSpPr txBox="1">
            <a:spLocks noGrp="1"/>
          </p:cNvSpPr>
          <p:nvPr>
            <p:ph type="body" idx="1"/>
          </p:nvPr>
        </p:nvSpPr>
        <p:spPr>
          <a:xfrm>
            <a:off x="748093" y="20174764"/>
            <a:ext cx="20449976" cy="8325062"/>
          </a:xfrm>
          <a:prstGeom prst="rect">
            <a:avLst/>
          </a:prstGeom>
          <a:noFill/>
          <a:ln>
            <a:noFill/>
          </a:ln>
        </p:spPr>
        <p:txBody>
          <a:bodyPr spcFirstLastPara="1" wrap="square" lIns="285425" tIns="285425" rIns="285425" bIns="285425" anchor="t" anchorCtr="0">
            <a:normAutofit/>
          </a:bodyPr>
          <a:lstStyle>
            <a:lvl1pPr marL="469224" lvl="0" indent="-599564" algn="ctr">
              <a:lnSpc>
                <a:spcPct val="115000"/>
              </a:lnSpc>
              <a:spcBef>
                <a:spcPts val="0"/>
              </a:spcBef>
              <a:spcAft>
                <a:spcPts val="0"/>
              </a:spcAft>
              <a:buSzPts val="5600"/>
              <a:buChar char="●"/>
              <a:defRPr/>
            </a:lvl1pPr>
            <a:lvl2pPr marL="938449" lvl="1" indent="-514843" algn="ctr">
              <a:lnSpc>
                <a:spcPct val="115000"/>
              </a:lnSpc>
              <a:spcBef>
                <a:spcPts val="0"/>
              </a:spcBef>
              <a:spcAft>
                <a:spcPts val="0"/>
              </a:spcAft>
              <a:buSzPts val="4300"/>
              <a:buChar char="○"/>
              <a:defRPr/>
            </a:lvl2pPr>
            <a:lvl3pPr marL="1407673" lvl="2" indent="-514843" algn="ctr">
              <a:lnSpc>
                <a:spcPct val="115000"/>
              </a:lnSpc>
              <a:spcBef>
                <a:spcPts val="0"/>
              </a:spcBef>
              <a:spcAft>
                <a:spcPts val="0"/>
              </a:spcAft>
              <a:buSzPts val="4300"/>
              <a:buChar char="■"/>
              <a:defRPr/>
            </a:lvl3pPr>
            <a:lvl4pPr marL="1876897" lvl="3" indent="-514843" algn="ctr">
              <a:lnSpc>
                <a:spcPct val="115000"/>
              </a:lnSpc>
              <a:spcBef>
                <a:spcPts val="0"/>
              </a:spcBef>
              <a:spcAft>
                <a:spcPts val="0"/>
              </a:spcAft>
              <a:buSzPts val="4300"/>
              <a:buChar char="●"/>
              <a:defRPr/>
            </a:lvl4pPr>
            <a:lvl5pPr marL="2346122" lvl="4" indent="-514843" algn="ctr">
              <a:lnSpc>
                <a:spcPct val="115000"/>
              </a:lnSpc>
              <a:spcBef>
                <a:spcPts val="0"/>
              </a:spcBef>
              <a:spcAft>
                <a:spcPts val="0"/>
              </a:spcAft>
              <a:buSzPts val="4300"/>
              <a:buChar char="○"/>
              <a:defRPr/>
            </a:lvl5pPr>
            <a:lvl6pPr marL="2815346" lvl="5" indent="-514843" algn="ctr">
              <a:lnSpc>
                <a:spcPct val="115000"/>
              </a:lnSpc>
              <a:spcBef>
                <a:spcPts val="0"/>
              </a:spcBef>
              <a:spcAft>
                <a:spcPts val="0"/>
              </a:spcAft>
              <a:buSzPts val="4300"/>
              <a:buChar char="■"/>
              <a:defRPr/>
            </a:lvl6pPr>
            <a:lvl7pPr marL="3284571" lvl="6" indent="-514843" algn="ctr">
              <a:lnSpc>
                <a:spcPct val="115000"/>
              </a:lnSpc>
              <a:spcBef>
                <a:spcPts val="0"/>
              </a:spcBef>
              <a:spcAft>
                <a:spcPts val="0"/>
              </a:spcAft>
              <a:buSzPts val="4300"/>
              <a:buChar char="●"/>
              <a:defRPr/>
            </a:lvl7pPr>
            <a:lvl8pPr marL="3753795" lvl="7" indent="-514843" algn="ctr">
              <a:lnSpc>
                <a:spcPct val="115000"/>
              </a:lnSpc>
              <a:spcBef>
                <a:spcPts val="0"/>
              </a:spcBef>
              <a:spcAft>
                <a:spcPts val="0"/>
              </a:spcAft>
              <a:buSzPts val="4300"/>
              <a:buChar char="○"/>
              <a:defRPr/>
            </a:lvl8pPr>
            <a:lvl9pPr marL="4223019" lvl="8" indent="-514843" algn="ctr">
              <a:lnSpc>
                <a:spcPct val="115000"/>
              </a:lnSpc>
              <a:spcBef>
                <a:spcPts val="0"/>
              </a:spcBef>
              <a:spcAft>
                <a:spcPts val="0"/>
              </a:spcAft>
              <a:buSzPts val="4300"/>
              <a:buChar char="■"/>
              <a:defRPr/>
            </a:lvl9pPr>
          </a:lstStyle>
          <a:p>
            <a:endParaRPr/>
          </a:p>
        </p:txBody>
      </p:sp>
      <p:sp>
        <p:nvSpPr>
          <p:cNvPr id="47" name="Google Shape;47;p12"/>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748093" y="2848234"/>
            <a:ext cx="20449976" cy="3664763"/>
          </a:xfrm>
          <a:prstGeom prst="rect">
            <a:avLst/>
          </a:prstGeom>
          <a:noFill/>
          <a:ln>
            <a:noFill/>
          </a:ln>
        </p:spPr>
        <p:txBody>
          <a:bodyPr spcFirstLastPara="1" wrap="square" lIns="285425" tIns="285425" rIns="285425" bIns="285425" anchor="t" anchorCtr="0">
            <a:normAutofit/>
          </a:bodyPr>
          <a:lstStyle>
            <a:lvl1pPr marR="0" lvl="0"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700"/>
              <a:buFont typeface="Arial"/>
              <a:buNone/>
              <a:defRPr sz="87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748093" y="7376032"/>
            <a:ext cx="20449976" cy="21865927"/>
          </a:xfrm>
          <a:prstGeom prst="rect">
            <a:avLst/>
          </a:prstGeom>
          <a:noFill/>
          <a:ln>
            <a:noFill/>
          </a:ln>
        </p:spPr>
        <p:txBody>
          <a:bodyPr spcFirstLastPara="1" wrap="square" lIns="285425" tIns="285425" rIns="285425" bIns="285425" anchor="t" anchorCtr="0">
            <a:normAutofit/>
          </a:bodyPr>
          <a:lstStyle>
            <a:lvl1pPr marL="457200" marR="0" lvl="0" indent="-584200" algn="l" rtl="0">
              <a:lnSpc>
                <a:spcPct val="115000"/>
              </a:lnSpc>
              <a:spcBef>
                <a:spcPts val="0"/>
              </a:spcBef>
              <a:spcAft>
                <a:spcPts val="0"/>
              </a:spcAft>
              <a:buClr>
                <a:schemeClr val="dk2"/>
              </a:buClr>
              <a:buSzPts val="5600"/>
              <a:buFont typeface="Arial"/>
              <a:buChar char="●"/>
              <a:defRPr sz="5600" b="0" i="0" u="none" strike="noStrike" cap="none">
                <a:solidFill>
                  <a:schemeClr val="dk2"/>
                </a:solidFill>
                <a:latin typeface="Arial"/>
                <a:ea typeface="Arial"/>
                <a:cs typeface="Arial"/>
                <a:sym typeface="Arial"/>
              </a:defRPr>
            </a:lvl1pPr>
            <a:lvl2pPr marL="914400" marR="0" lvl="1"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2pPr>
            <a:lvl3pPr marL="1371600" marR="0" lvl="2"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3pPr>
            <a:lvl4pPr marL="1828800" marR="0" lvl="3"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4pPr>
            <a:lvl5pPr marL="2286000" marR="0" lvl="4"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5pPr>
            <a:lvl6pPr marL="2743200" marR="0" lvl="5"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6pPr>
            <a:lvl7pPr marL="3200400" marR="0" lvl="6"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7pPr>
            <a:lvl8pPr marL="3657600" marR="0" lvl="7"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8pPr>
            <a:lvl9pPr marL="4114800" marR="0" lvl="8" indent="-501650" algn="l" rtl="0">
              <a:lnSpc>
                <a:spcPct val="115000"/>
              </a:lnSpc>
              <a:spcBef>
                <a:spcPts val="0"/>
              </a:spcBef>
              <a:spcAft>
                <a:spcPts val="0"/>
              </a:spcAft>
              <a:buClr>
                <a:schemeClr val="dk2"/>
              </a:buClr>
              <a:buSzPts val="4300"/>
              <a:buFont typeface="Arial"/>
              <a:buChar char="■"/>
              <a:defRPr sz="43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20334255" y="29845363"/>
            <a:ext cx="1316821" cy="2518851"/>
          </a:xfrm>
          <a:prstGeom prst="rect">
            <a:avLst/>
          </a:prstGeom>
          <a:noFill/>
          <a:ln>
            <a:noFill/>
          </a:ln>
        </p:spPr>
        <p:txBody>
          <a:bodyPr spcFirstLastPara="1" wrap="square" lIns="285425" tIns="285425" rIns="285425" bIns="285425" anchor="ctr" anchorCtr="0">
            <a:normAutofit/>
          </a:bodyPr>
          <a:lstStyle>
            <a:lvl1pPr marL="0" marR="0" lvl="0"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100"/>
              <a:buFont typeface="Arial"/>
              <a:buNone/>
              <a:defRPr sz="3182"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37"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22.jpg"/><Relationship Id="rId21" Type="http://schemas.openxmlformats.org/officeDocument/2006/relationships/image" Target="../media/image17.jpg"/><Relationship Id="rId34" Type="http://schemas.openxmlformats.org/officeDocument/2006/relationships/image" Target="../media/image30.jp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1.jpg"/><Relationship Id="rId33" Type="http://schemas.openxmlformats.org/officeDocument/2006/relationships/image" Target="../media/image29.jp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6.jpg"/><Relationship Id="rId29" Type="http://schemas.openxmlformats.org/officeDocument/2006/relationships/image" Target="../media/image25.jp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0.png"/><Relationship Id="rId32" Type="http://schemas.openxmlformats.org/officeDocument/2006/relationships/image" Target="../media/image28.jpg"/><Relationship Id="rId37" Type="http://schemas.openxmlformats.org/officeDocument/2006/relationships/image" Target="../media/image33.jpg"/><Relationship Id="rId5" Type="http://schemas.openxmlformats.org/officeDocument/2006/relationships/hyperlink" Target="https://studio.pegasus-ai.org" TargetMode="External"/><Relationship Id="rId15" Type="http://schemas.openxmlformats.org/officeDocument/2006/relationships/image" Target="../media/image12.png"/><Relationship Id="rId23" Type="http://schemas.openxmlformats.org/officeDocument/2006/relationships/image" Target="../media/image19.jpg"/><Relationship Id="rId28" Type="http://schemas.openxmlformats.org/officeDocument/2006/relationships/image" Target="../media/image24.png"/><Relationship Id="rId36" Type="http://schemas.openxmlformats.org/officeDocument/2006/relationships/image" Target="../media/image32.jpg"/><Relationship Id="rId10" Type="http://schemas.openxmlformats.org/officeDocument/2006/relationships/image" Target="../media/image7.png"/><Relationship Id="rId19" Type="http://schemas.openxmlformats.org/officeDocument/2006/relationships/hyperlink" Target="https://studio.pegasus-ai.org/" TargetMode="External"/><Relationship Id="rId31" Type="http://schemas.openxmlformats.org/officeDocument/2006/relationships/image" Target="../media/image27.jp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8.jpg"/><Relationship Id="rId27" Type="http://schemas.openxmlformats.org/officeDocument/2006/relationships/image" Target="../media/image23.jpg"/><Relationship Id="rId30" Type="http://schemas.openxmlformats.org/officeDocument/2006/relationships/image" Target="../media/image26.jpg"/><Relationship Id="rId35" Type="http://schemas.openxmlformats.org/officeDocument/2006/relationships/image" Target="../media/image31.jpg"/><Relationship Id="rId8" Type="http://schemas.openxmlformats.org/officeDocument/2006/relationships/image" Target="../media/image5.png"/><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7" name="Rectangle 26">
            <a:extLst>
              <a:ext uri="{FF2B5EF4-FFF2-40B4-BE49-F238E27FC236}">
                <a16:creationId xmlns:a16="http://schemas.microsoft.com/office/drawing/2014/main" id="{A87716C9-F9EC-9BB9-59C8-451FEAF072B2}"/>
              </a:ext>
            </a:extLst>
          </p:cNvPr>
          <p:cNvSpPr>
            <a:spLocks noGrp="1" noRot="1" noMove="1" noResize="1" noEditPoints="1" noAdjustHandles="1" noChangeArrowheads="1" noChangeShapeType="1"/>
          </p:cNvSpPr>
          <p:nvPr/>
        </p:nvSpPr>
        <p:spPr>
          <a:xfrm>
            <a:off x="0" y="0"/>
            <a:ext cx="21945600" cy="32918400"/>
          </a:xfrm>
          <a:prstGeom prst="rect">
            <a:avLst/>
          </a:prstGeom>
          <a:gradFill flip="none" rotWithShape="1">
            <a:gsLst>
              <a:gs pos="0">
                <a:schemeClr val="accent1">
                  <a:lumMod val="0"/>
                  <a:lumOff val="100000"/>
                </a:schemeClr>
              </a:gs>
              <a:gs pos="100000">
                <a:schemeClr val="accent1">
                  <a:lumMod val="25000"/>
                  <a:lumOff val="75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Star: 24 Points 131">
            <a:extLst>
              <a:ext uri="{FF2B5EF4-FFF2-40B4-BE49-F238E27FC236}">
                <a16:creationId xmlns:a16="http://schemas.microsoft.com/office/drawing/2014/main" id="{0CFEC147-F750-4C63-BB4C-0F0C2BCE1445}"/>
              </a:ext>
            </a:extLst>
          </p:cNvPr>
          <p:cNvSpPr/>
          <p:nvPr/>
        </p:nvSpPr>
        <p:spPr>
          <a:xfrm>
            <a:off x="14396869" y="29250633"/>
            <a:ext cx="7356611" cy="3059914"/>
          </a:xfrm>
          <a:prstGeom prst="star24">
            <a:avLst/>
          </a:prstGeom>
          <a:solidFill>
            <a:schemeClr val="bg1"/>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BFB1F72A-8285-7776-0B45-31D63FDB5BE6}"/>
              </a:ext>
            </a:extLst>
          </p:cNvPr>
          <p:cNvSpPr txBox="1"/>
          <p:nvPr/>
        </p:nvSpPr>
        <p:spPr>
          <a:xfrm>
            <a:off x="7184268" y="9361746"/>
            <a:ext cx="7611089" cy="1839221"/>
          </a:xfrm>
          <a:prstGeom prst="rect">
            <a:avLst/>
          </a:prstGeom>
          <a:noFill/>
          <a:ln w="19050">
            <a:solidFill>
              <a:srgbClr val="00B0F0"/>
            </a:solidFill>
            <a:prstDash val="dash"/>
          </a:ln>
        </p:spPr>
        <p:txBody>
          <a:bodyPr wrap="square" rtlCol="0">
            <a:spAutoFit/>
          </a:bodyPr>
          <a:lstStyle/>
          <a:p>
            <a:pPr>
              <a:spcBef>
                <a:spcPts val="1800"/>
              </a:spcBef>
            </a:pPr>
            <a:r>
              <a:rPr lang="en-US" sz="2463" b="1" dirty="0">
                <a:solidFill>
                  <a:schemeClr val="tx1"/>
                </a:solidFill>
                <a:latin typeface="Aptos" panose="020B0004020202020204" pitchFamily="34" charset="0"/>
                <a:ea typeface="Calibri"/>
                <a:cs typeface="Times New Roman" panose="02020603050405020304" pitchFamily="18" charset="0"/>
                <a:sym typeface="Calibri"/>
              </a:rPr>
              <a:t>Conversational AI Assistant</a:t>
            </a:r>
          </a:p>
          <a:p>
            <a:pPr>
              <a:spcBef>
                <a:spcPts val="1800"/>
              </a:spcBef>
            </a:pPr>
            <a:r>
              <a:rPr lang="en-US" sz="2463" dirty="0">
                <a:solidFill>
                  <a:schemeClr val="tx1"/>
                </a:solidFill>
                <a:latin typeface="Aptos" panose="020B0004020202020204" pitchFamily="34" charset="0"/>
                <a:ea typeface="Calibri"/>
                <a:cs typeface="Times New Roman" panose="02020603050405020304" pitchFamily="18" charset="0"/>
                <a:sym typeface="Calibri"/>
              </a:rPr>
              <a:t>Supports workflow creation, answers Pegasus questions, explains execution results and assists with failure diagnosis.</a:t>
            </a:r>
          </a:p>
        </p:txBody>
      </p:sp>
      <p:sp>
        <p:nvSpPr>
          <p:cNvPr id="55" name="Google Shape;55;p1"/>
          <p:cNvSpPr/>
          <p:nvPr/>
        </p:nvSpPr>
        <p:spPr>
          <a:xfrm>
            <a:off x="0" y="14255"/>
            <a:ext cx="21945600" cy="2428944"/>
          </a:xfrm>
          <a:prstGeom prst="rect">
            <a:avLst/>
          </a:prstGeom>
          <a:solidFill>
            <a:srgbClr val="51B9E8"/>
          </a:solidFill>
          <a:ln>
            <a:noFill/>
          </a:ln>
        </p:spPr>
        <p:txBody>
          <a:bodyPr spcFirstLastPara="1" wrap="square" lIns="64630" tIns="64630" rIns="64630" bIns="64630" anchor="ctr" anchorCtr="0">
            <a:noAutofit/>
          </a:bodyPr>
          <a:lstStyle/>
          <a:p>
            <a:pPr>
              <a:buSzPts val="1000"/>
            </a:pPr>
            <a:endParaRPr sz="1026">
              <a:latin typeface="Aptos" panose="020B0004020202020204" pitchFamily="34" charset="0"/>
              <a:ea typeface="Times New Roman"/>
              <a:cs typeface="Times New Roman"/>
              <a:sym typeface="Times New Roman"/>
            </a:endParaRPr>
          </a:p>
        </p:txBody>
      </p:sp>
      <p:sp>
        <p:nvSpPr>
          <p:cNvPr id="56" name="Google Shape;56;p1"/>
          <p:cNvSpPr txBox="1"/>
          <p:nvPr/>
        </p:nvSpPr>
        <p:spPr>
          <a:xfrm>
            <a:off x="518954" y="76889"/>
            <a:ext cx="20929043" cy="1267757"/>
          </a:xfrm>
          <a:prstGeom prst="rect">
            <a:avLst/>
          </a:prstGeom>
          <a:noFill/>
          <a:ln>
            <a:noFill/>
          </a:ln>
        </p:spPr>
        <p:txBody>
          <a:bodyPr spcFirstLastPara="1" wrap="square" lIns="64630" tIns="64630" rIns="64630" bIns="64630" anchor="t" anchorCtr="0">
            <a:spAutoFit/>
          </a:bodyPr>
          <a:lstStyle/>
          <a:p>
            <a:pPr algn="ctr">
              <a:buSzPts val="4800"/>
            </a:pPr>
            <a:r>
              <a:rPr lang="en-GB" sz="3695" b="1" dirty="0">
                <a:solidFill>
                  <a:schemeClr val="lt1"/>
                </a:solidFill>
                <a:latin typeface="Aptos" panose="020B0004020202020204" pitchFamily="34" charset="0"/>
                <a:ea typeface="Times New Roman"/>
                <a:cs typeface="Times New Roman"/>
                <a:sym typeface="Times New Roman"/>
              </a:rPr>
              <a:t>Pegasus Studio:  Artificial Intelligence Assisted Workflow</a:t>
            </a:r>
            <a:br>
              <a:rPr lang="en-GB" sz="3695" b="1" dirty="0">
                <a:solidFill>
                  <a:schemeClr val="lt1"/>
                </a:solidFill>
                <a:latin typeface="Aptos" panose="020B0004020202020204" pitchFamily="34" charset="0"/>
                <a:ea typeface="Times New Roman"/>
                <a:cs typeface="Times New Roman"/>
                <a:sym typeface="Times New Roman"/>
              </a:rPr>
            </a:br>
            <a:r>
              <a:rPr lang="en-GB" sz="3695" b="1" dirty="0">
                <a:solidFill>
                  <a:schemeClr val="lt1"/>
                </a:solidFill>
                <a:latin typeface="Aptos" panose="020B0004020202020204" pitchFamily="34" charset="0"/>
                <a:ea typeface="Times New Roman"/>
                <a:cs typeface="Times New Roman"/>
                <a:sym typeface="Times New Roman"/>
              </a:rPr>
              <a:t>Management on National Cyberinfrastructure  </a:t>
            </a:r>
            <a:endParaRPr sz="3695" dirty="0">
              <a:solidFill>
                <a:schemeClr val="lt1"/>
              </a:solidFill>
              <a:latin typeface="Aptos" panose="020B0004020202020204" pitchFamily="34" charset="0"/>
              <a:ea typeface="Times New Roman"/>
              <a:cs typeface="Times New Roman"/>
              <a:sym typeface="Times New Roman"/>
            </a:endParaRPr>
          </a:p>
        </p:txBody>
      </p:sp>
      <p:pic>
        <p:nvPicPr>
          <p:cNvPr id="61" name="Google Shape;61;p1"/>
          <p:cNvPicPr preferRelativeResize="0"/>
          <p:nvPr/>
        </p:nvPicPr>
        <p:blipFill>
          <a:blip r:embed="rId3">
            <a:alphaModFix/>
          </a:blip>
          <a:srcRect/>
          <a:stretch/>
        </p:blipFill>
        <p:spPr>
          <a:xfrm>
            <a:off x="349364" y="299290"/>
            <a:ext cx="2055596" cy="1600818"/>
          </a:xfrm>
          <a:prstGeom prst="rect">
            <a:avLst/>
          </a:prstGeom>
          <a:noFill/>
          <a:ln>
            <a:noFill/>
          </a:ln>
        </p:spPr>
      </p:pic>
      <p:sp>
        <p:nvSpPr>
          <p:cNvPr id="63" name="Google Shape;63;p1"/>
          <p:cNvSpPr/>
          <p:nvPr/>
        </p:nvSpPr>
        <p:spPr>
          <a:xfrm>
            <a:off x="213280" y="2758018"/>
            <a:ext cx="21540200" cy="6387621"/>
          </a:xfrm>
          <a:prstGeom prst="roundRect">
            <a:avLst>
              <a:gd name="adj" fmla="val 1488"/>
            </a:avLst>
          </a:prstGeom>
          <a:solidFill>
            <a:schemeClr val="lt1"/>
          </a:solidFill>
          <a:ln w="19050" cap="flat" cmpd="sng">
            <a:solidFill>
              <a:srgbClr val="00B0F0"/>
            </a:solidFill>
            <a:prstDash val="dash"/>
            <a:round/>
            <a:headEnd type="none" w="sm" len="sm"/>
            <a:tailEnd type="none" w="sm" len="sm"/>
          </a:ln>
        </p:spPr>
        <p:txBody>
          <a:bodyPr spcFirstLastPara="1" wrap="square" lIns="93828" tIns="46901" rIns="93828" bIns="46901" anchor="ctr" anchorCtr="0">
            <a:noAutofit/>
          </a:bodyPr>
          <a:lstStyle/>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a:p>
            <a:pPr algn="just">
              <a:buSzPts val="2800"/>
            </a:pPr>
            <a:endParaRPr sz="2874">
              <a:solidFill>
                <a:schemeClr val="dk1"/>
              </a:solidFill>
              <a:latin typeface="Aptos" panose="020B0004020202020204" pitchFamily="34" charset="0"/>
              <a:ea typeface="Times New Roman"/>
              <a:cs typeface="Times New Roman"/>
              <a:sym typeface="Times New Roman"/>
            </a:endParaRPr>
          </a:p>
        </p:txBody>
      </p:sp>
      <p:pic>
        <p:nvPicPr>
          <p:cNvPr id="79" name="Google Shape;79;p1"/>
          <p:cNvPicPr preferRelativeResize="0"/>
          <p:nvPr/>
        </p:nvPicPr>
        <p:blipFill rotWithShape="1">
          <a:blip r:embed="rId4">
            <a:alphaModFix/>
          </a:blip>
          <a:srcRect/>
          <a:stretch/>
        </p:blipFill>
        <p:spPr>
          <a:xfrm>
            <a:off x="11786034" y="3236925"/>
            <a:ext cx="9447858" cy="5311594"/>
          </a:xfrm>
          <a:prstGeom prst="roundRect">
            <a:avLst>
              <a:gd name="adj" fmla="val 3188"/>
            </a:avLst>
          </a:prstGeom>
          <a:noFill/>
          <a:ln w="9525" cap="flat" cmpd="sng">
            <a:solidFill>
              <a:srgbClr val="2196C7"/>
            </a:solidFill>
            <a:prstDash val="solid"/>
            <a:round/>
            <a:headEnd type="none" w="sm" len="sm"/>
            <a:tailEnd type="none" w="sm" len="sm"/>
          </a:ln>
        </p:spPr>
      </p:pic>
      <p:sp>
        <p:nvSpPr>
          <p:cNvPr id="81" name="Google Shape;81;p1"/>
          <p:cNvSpPr txBox="1"/>
          <p:nvPr/>
        </p:nvSpPr>
        <p:spPr>
          <a:xfrm>
            <a:off x="361594" y="2946702"/>
            <a:ext cx="11041343" cy="5995737"/>
          </a:xfrm>
          <a:prstGeom prst="rect">
            <a:avLst/>
          </a:prstGeom>
          <a:noFill/>
          <a:ln>
            <a:noFill/>
          </a:ln>
        </p:spPr>
        <p:txBody>
          <a:bodyPr spcFirstLastPara="1" wrap="square" lIns="93828" tIns="46901" rIns="93828" bIns="46901" anchor="t" anchorCtr="0">
            <a:spAutoFit/>
          </a:bodyPr>
          <a:lstStyle/>
          <a:p>
            <a:pPr algn="just">
              <a:buSzPts val="2800"/>
            </a:pPr>
            <a:r>
              <a:rPr lang="en-GB" sz="2874" dirty="0">
                <a:solidFill>
                  <a:schemeClr val="dk1"/>
                </a:solidFill>
                <a:latin typeface="Aptos" panose="020B0004020202020204" pitchFamily="34" charset="0"/>
                <a:ea typeface="Times New Roman"/>
                <a:cs typeface="Times New Roman"/>
                <a:sym typeface="Times New Roman"/>
              </a:rPr>
              <a:t>Pegasus AI is an AI-driven scientific workflow management system that combines machine learning, large language models, online monitoring, and human guidance to support the workflow lifecycle. It helps scientists </a:t>
            </a:r>
            <a:r>
              <a:rPr lang="en-GB" sz="2874" b="1" dirty="0">
                <a:solidFill>
                  <a:schemeClr val="dk1"/>
                </a:solidFill>
                <a:latin typeface="Aptos" panose="020B0004020202020204" pitchFamily="34" charset="0"/>
                <a:ea typeface="Times New Roman"/>
                <a:cs typeface="Times New Roman"/>
                <a:sym typeface="Times New Roman"/>
              </a:rPr>
              <a:t>create workflows, predict resource requirements, monitor execution, diagnose failures, and adapt execution plans, </a:t>
            </a:r>
            <a:r>
              <a:rPr lang="en-GB" sz="2874" dirty="0">
                <a:solidFill>
                  <a:schemeClr val="dk1"/>
                </a:solidFill>
                <a:latin typeface="Aptos" panose="020B0004020202020204" pitchFamily="34" charset="0"/>
                <a:ea typeface="Times New Roman"/>
                <a:cs typeface="Times New Roman"/>
                <a:sym typeface="Times New Roman"/>
              </a:rPr>
              <a:t>making complex scientific workflows more efficient, resilient, and easier to manage.</a:t>
            </a:r>
          </a:p>
          <a:p>
            <a:pPr algn="just">
              <a:buSzPts val="2800"/>
            </a:pPr>
            <a:endParaRPr lang="en-GB" sz="2874" dirty="0">
              <a:solidFill>
                <a:schemeClr val="dk1"/>
              </a:solidFill>
              <a:latin typeface="Aptos" panose="020B0004020202020204" pitchFamily="34" charset="0"/>
              <a:ea typeface="Times New Roman"/>
              <a:cs typeface="Times New Roman"/>
              <a:sym typeface="Times New Roman"/>
            </a:endParaRPr>
          </a:p>
          <a:p>
            <a:pPr lvl="0" algn="just">
              <a:buSzPts val="2800"/>
            </a:pPr>
            <a:r>
              <a:rPr lang="en-GB" sz="2874" b="1" dirty="0">
                <a:solidFill>
                  <a:schemeClr val="dk1"/>
                </a:solidFill>
                <a:latin typeface="Aptos" panose="020B0004020202020204" pitchFamily="34" charset="0"/>
                <a:ea typeface="Times New Roman"/>
                <a:cs typeface="Times New Roman"/>
                <a:sym typeface="Times New Roman"/>
              </a:rPr>
              <a:t>Pegasus AI Studio </a:t>
            </a:r>
            <a:r>
              <a:rPr lang="en-GB" sz="2874" dirty="0">
                <a:solidFill>
                  <a:schemeClr val="dk1"/>
                </a:solidFill>
                <a:latin typeface="Aptos" panose="020B0004020202020204" pitchFamily="34" charset="0"/>
                <a:ea typeface="Times New Roman"/>
                <a:cs typeface="Times New Roman"/>
                <a:sym typeface="Times New Roman"/>
              </a:rPr>
              <a:t>is an integrated environment that supports scientists across the workflow lifecycle, from defining research goals and generating Pegasus workflows with AI assistance to submitting them across computing resources, monitoring execution, diagnosing failures, and recommending corrective actions</a:t>
            </a:r>
          </a:p>
        </p:txBody>
      </p:sp>
      <p:sp>
        <p:nvSpPr>
          <p:cNvPr id="82" name="Google Shape;82;p1"/>
          <p:cNvSpPr txBox="1"/>
          <p:nvPr/>
        </p:nvSpPr>
        <p:spPr>
          <a:xfrm>
            <a:off x="2641390" y="1319393"/>
            <a:ext cx="16703250" cy="942155"/>
          </a:xfrm>
          <a:prstGeom prst="rect">
            <a:avLst/>
          </a:prstGeom>
          <a:noFill/>
          <a:ln>
            <a:noFill/>
          </a:ln>
        </p:spPr>
        <p:txBody>
          <a:bodyPr spcFirstLastPara="1" wrap="square" lIns="64630" tIns="64630" rIns="64630" bIns="64630" anchor="t" anchorCtr="0">
            <a:spAutoFit/>
          </a:bodyPr>
          <a:lstStyle/>
          <a:p>
            <a:pPr lvl="1" algn="ctr">
              <a:buSzPts val="2800"/>
            </a:pPr>
            <a:r>
              <a:rPr lang="en-GB" sz="2874" dirty="0">
                <a:solidFill>
                  <a:schemeClr val="lt1"/>
                </a:solidFill>
                <a:latin typeface="Aptos" panose="020B0004020202020204" pitchFamily="34" charset="0"/>
                <a:ea typeface="Times New Roman"/>
                <a:cs typeface="Times New Roman"/>
                <a:sym typeface="Times New Roman"/>
              </a:rPr>
              <a:t>Mats Rynge</a:t>
            </a:r>
            <a:r>
              <a:rPr lang="en-GB" sz="2874" baseline="30000" dirty="0">
                <a:solidFill>
                  <a:schemeClr val="lt1"/>
                </a:solidFill>
                <a:latin typeface="Aptos" panose="020B0004020202020204" pitchFamily="34" charset="0"/>
                <a:ea typeface="Times New Roman"/>
                <a:cs typeface="Times New Roman"/>
                <a:sym typeface="Times New Roman"/>
              </a:rPr>
              <a:t>1</a:t>
            </a:r>
            <a:r>
              <a:rPr lang="en-GB" sz="2874" dirty="0">
                <a:solidFill>
                  <a:schemeClr val="lt1"/>
                </a:solidFill>
                <a:latin typeface="Aptos" panose="020B0004020202020204" pitchFamily="34" charset="0"/>
                <a:ea typeface="Times New Roman"/>
                <a:cs typeface="Times New Roman"/>
                <a:sym typeface="Times New Roman"/>
              </a:rPr>
              <a:t>, Komal Thareja</a:t>
            </a:r>
            <a:r>
              <a:rPr lang="en-GB" sz="2874" baseline="30000" dirty="0">
                <a:solidFill>
                  <a:schemeClr val="lt1"/>
                </a:solidFill>
                <a:latin typeface="Aptos" panose="020B0004020202020204" pitchFamily="34" charset="0"/>
                <a:ea typeface="Times New Roman"/>
                <a:cs typeface="Times New Roman"/>
                <a:sym typeface="Times New Roman"/>
              </a:rPr>
              <a:t>2</a:t>
            </a:r>
            <a:r>
              <a:rPr lang="en-GB" sz="2874" dirty="0">
                <a:solidFill>
                  <a:schemeClr val="lt1"/>
                </a:solidFill>
                <a:latin typeface="Aptos" panose="020B0004020202020204" pitchFamily="34" charset="0"/>
                <a:ea typeface="Times New Roman"/>
                <a:cs typeface="Times New Roman"/>
                <a:sym typeface="Times New Roman"/>
              </a:rPr>
              <a:t>, Karan Vahi</a:t>
            </a:r>
            <a:r>
              <a:rPr lang="en-GB" sz="2874" baseline="30000" dirty="0">
                <a:solidFill>
                  <a:schemeClr val="lt1"/>
                </a:solidFill>
                <a:latin typeface="Aptos" panose="020B0004020202020204" pitchFamily="34" charset="0"/>
                <a:ea typeface="Times New Roman"/>
                <a:cs typeface="Times New Roman"/>
                <a:sym typeface="Times New Roman"/>
              </a:rPr>
              <a:t>1</a:t>
            </a:r>
          </a:p>
          <a:p>
            <a:pPr lvl="1" algn="ctr">
              <a:buSzPts val="2800"/>
            </a:pPr>
            <a:r>
              <a:rPr lang="en-GB" sz="2400" i="1" baseline="30000" dirty="0">
                <a:solidFill>
                  <a:schemeClr val="lt1"/>
                </a:solidFill>
                <a:latin typeface="Aptos" panose="020B0004020202020204" pitchFamily="34" charset="0"/>
                <a:ea typeface="Times New Roman"/>
                <a:cs typeface="Times New Roman"/>
                <a:sym typeface="Times New Roman"/>
              </a:rPr>
              <a:t>1 </a:t>
            </a:r>
            <a:r>
              <a:rPr lang="en-GB" sz="2400" i="1" dirty="0">
                <a:solidFill>
                  <a:schemeClr val="lt1"/>
                </a:solidFill>
                <a:latin typeface="Aptos" panose="020B0004020202020204" pitchFamily="34" charset="0"/>
                <a:ea typeface="Times New Roman"/>
                <a:cs typeface="Times New Roman"/>
                <a:sym typeface="Times New Roman"/>
              </a:rPr>
              <a:t>ISI, University of Southern California, </a:t>
            </a:r>
            <a:r>
              <a:rPr lang="en-GB" sz="2400" i="1" baseline="30000" dirty="0">
                <a:solidFill>
                  <a:schemeClr val="lt1"/>
                </a:solidFill>
                <a:latin typeface="Aptos" panose="020B0004020202020204" pitchFamily="34" charset="0"/>
                <a:ea typeface="Times New Roman"/>
                <a:cs typeface="Times New Roman"/>
                <a:sym typeface="Times New Roman"/>
              </a:rPr>
              <a:t>2 </a:t>
            </a:r>
            <a:r>
              <a:rPr lang="en-GB" sz="2400" i="1" dirty="0">
                <a:solidFill>
                  <a:schemeClr val="lt1"/>
                </a:solidFill>
                <a:latin typeface="Aptos" panose="020B0004020202020204" pitchFamily="34" charset="0"/>
                <a:ea typeface="Times New Roman"/>
                <a:cs typeface="Times New Roman"/>
                <a:sym typeface="Times New Roman"/>
              </a:rPr>
              <a:t>RENCI, University of North Carolina at Chapel Hill</a:t>
            </a:r>
            <a:endParaRPr lang="en-GB" sz="2400" dirty="0">
              <a:latin typeface="Aptos" panose="020B0004020202020204" pitchFamily="34" charset="0"/>
              <a:ea typeface="Times New Roman"/>
              <a:cs typeface="Times New Roman"/>
              <a:sym typeface="Times New Roman"/>
            </a:endParaRPr>
          </a:p>
        </p:txBody>
      </p:sp>
      <p:sp>
        <p:nvSpPr>
          <p:cNvPr id="84" name="Google Shape;84;p1"/>
          <p:cNvSpPr txBox="1"/>
          <p:nvPr/>
        </p:nvSpPr>
        <p:spPr>
          <a:xfrm>
            <a:off x="5291709" y="8604306"/>
            <a:ext cx="6111228" cy="418941"/>
          </a:xfrm>
          <a:prstGeom prst="rect">
            <a:avLst/>
          </a:prstGeom>
          <a:noFill/>
          <a:ln>
            <a:noFill/>
          </a:ln>
        </p:spPr>
        <p:txBody>
          <a:bodyPr spcFirstLastPara="1" wrap="square" lIns="93828" tIns="46901" rIns="93828" bIns="46901" anchor="t" anchorCtr="0">
            <a:spAutoFit/>
          </a:bodyPr>
          <a:lstStyle/>
          <a:p>
            <a:pPr>
              <a:buSzPts val="2000"/>
            </a:pPr>
            <a:r>
              <a:rPr lang="en-GB" sz="2053" b="1" i="1" dirty="0">
                <a:solidFill>
                  <a:srgbClr val="00B0F0"/>
                </a:solidFill>
                <a:latin typeface="Aptos" panose="020B0004020202020204" pitchFamily="34" charset="0"/>
                <a:ea typeface="Times New Roman"/>
                <a:cs typeface="Times New Roman"/>
                <a:sym typeface="Times New Roman"/>
              </a:rPr>
              <a:t>* Pegasus studio : </a:t>
            </a:r>
            <a:r>
              <a:rPr lang="en-GB" sz="2053" b="1" i="1" u="sng" dirty="0">
                <a:solidFill>
                  <a:srgbClr val="00B0F0"/>
                </a:solidFill>
                <a:latin typeface="Aptos" panose="020B0004020202020204" pitchFamily="34" charset="0"/>
                <a:ea typeface="Times New Roman"/>
                <a:cs typeface="Times New Roman"/>
                <a:sym typeface="Times New Roman"/>
                <a:hlinkClick r:id="rId5">
                  <a:extLst>
                    <a:ext uri="{A12FA001-AC4F-418D-AE19-62706E023703}">
                      <ahyp:hlinkClr xmlns:ahyp="http://schemas.microsoft.com/office/drawing/2018/hyperlinkcolor" val="tx"/>
                    </a:ext>
                  </a:extLst>
                </a:hlinkClick>
              </a:rPr>
              <a:t>https://studio.pegasus-ai.org</a:t>
            </a:r>
            <a:endParaRPr sz="1437" b="1" i="1" dirty="0">
              <a:solidFill>
                <a:srgbClr val="00B0F0"/>
              </a:solidFill>
              <a:latin typeface="Aptos" panose="020B0004020202020204" pitchFamily="34" charset="0"/>
            </a:endParaRPr>
          </a:p>
        </p:txBody>
      </p:sp>
      <p:sp>
        <p:nvSpPr>
          <p:cNvPr id="90" name="Google Shape;90;p1"/>
          <p:cNvSpPr txBox="1"/>
          <p:nvPr/>
        </p:nvSpPr>
        <p:spPr>
          <a:xfrm>
            <a:off x="18177740" y="1917185"/>
            <a:ext cx="3529065" cy="477990"/>
          </a:xfrm>
          <a:prstGeom prst="rect">
            <a:avLst/>
          </a:prstGeom>
          <a:noFill/>
          <a:ln>
            <a:noFill/>
          </a:ln>
        </p:spPr>
        <p:txBody>
          <a:bodyPr spcFirstLastPara="1" wrap="square" lIns="64630" tIns="64630" rIns="64630" bIns="64630" anchor="t" anchorCtr="0">
            <a:spAutoFit/>
          </a:bodyPr>
          <a:lstStyle/>
          <a:p>
            <a:pPr algn="ctr">
              <a:buSzPts val="2200"/>
            </a:pPr>
            <a:r>
              <a:rPr lang="en-GB" sz="2258" b="1" dirty="0">
                <a:solidFill>
                  <a:schemeClr val="lt1"/>
                </a:solidFill>
                <a:latin typeface="Aptos" panose="020B0004020202020204" pitchFamily="34" charset="0"/>
                <a:ea typeface="Times New Roman"/>
                <a:cs typeface="Times New Roman"/>
                <a:sym typeface="Times New Roman"/>
              </a:rPr>
              <a:t>NSF CSSI Award:</a:t>
            </a:r>
            <a:r>
              <a:rPr lang="en-GB" sz="821" dirty="0">
                <a:latin typeface="Aptos" panose="020B0004020202020204" pitchFamily="34" charset="0"/>
              </a:rPr>
              <a:t>  </a:t>
            </a:r>
            <a:r>
              <a:rPr lang="en-GB" sz="2258" b="1" dirty="0">
                <a:solidFill>
                  <a:schemeClr val="lt1"/>
                </a:solidFill>
                <a:latin typeface="Aptos" panose="020B0004020202020204" pitchFamily="34" charset="0"/>
                <a:ea typeface="Times New Roman"/>
                <a:cs typeface="Times New Roman"/>
                <a:sym typeface="Times New Roman"/>
              </a:rPr>
              <a:t>2513101</a:t>
            </a:r>
            <a:endParaRPr sz="2258" dirty="0">
              <a:solidFill>
                <a:schemeClr val="lt1"/>
              </a:solidFill>
              <a:latin typeface="Aptos" panose="020B0004020202020204" pitchFamily="34" charset="0"/>
              <a:ea typeface="Times New Roman"/>
              <a:cs typeface="Times New Roman"/>
              <a:sym typeface="Times New Roman"/>
            </a:endParaRPr>
          </a:p>
        </p:txBody>
      </p:sp>
      <p:pic>
        <p:nvPicPr>
          <p:cNvPr id="91" name="Google Shape;91;p1"/>
          <p:cNvPicPr preferRelativeResize="0"/>
          <p:nvPr/>
        </p:nvPicPr>
        <p:blipFill rotWithShape="1">
          <a:blip r:embed="rId6">
            <a:alphaModFix/>
          </a:blip>
          <a:srcRect/>
          <a:stretch/>
        </p:blipFill>
        <p:spPr>
          <a:xfrm>
            <a:off x="19474748" y="21767"/>
            <a:ext cx="2055595" cy="1985002"/>
          </a:xfrm>
          <a:prstGeom prst="rect">
            <a:avLst/>
          </a:prstGeom>
          <a:noFill/>
          <a:ln>
            <a:noFill/>
          </a:ln>
        </p:spPr>
      </p:pic>
      <p:pic>
        <p:nvPicPr>
          <p:cNvPr id="9" name="Picture 8">
            <a:extLst>
              <a:ext uri="{FF2B5EF4-FFF2-40B4-BE49-F238E27FC236}">
                <a16:creationId xmlns:a16="http://schemas.microsoft.com/office/drawing/2014/main" id="{572E6E6C-40A4-0A2D-EB13-1FA9CE244590}"/>
              </a:ext>
            </a:extLst>
          </p:cNvPr>
          <p:cNvPicPr>
            <a:picLocks noChangeAspect="1"/>
          </p:cNvPicPr>
          <p:nvPr/>
        </p:nvPicPr>
        <p:blipFill>
          <a:blip r:embed="rId7"/>
          <a:stretch>
            <a:fillRect/>
          </a:stretch>
        </p:blipFill>
        <p:spPr>
          <a:xfrm>
            <a:off x="9599238" y="22289135"/>
            <a:ext cx="3984870" cy="4990575"/>
          </a:xfrm>
          <a:prstGeom prst="rect">
            <a:avLst/>
          </a:prstGeom>
          <a:ln>
            <a:solidFill>
              <a:srgbClr val="21364F"/>
            </a:solidFill>
          </a:ln>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E81EC8C5-D338-66CA-C898-273AAF71E6D2}"/>
              </a:ext>
            </a:extLst>
          </p:cNvPr>
          <p:cNvPicPr>
            <a:picLocks noChangeAspect="1"/>
          </p:cNvPicPr>
          <p:nvPr/>
        </p:nvPicPr>
        <p:blipFill>
          <a:blip r:embed="rId8"/>
          <a:stretch>
            <a:fillRect/>
          </a:stretch>
        </p:blipFill>
        <p:spPr>
          <a:xfrm>
            <a:off x="518955" y="11360418"/>
            <a:ext cx="6200964" cy="5213256"/>
          </a:xfrm>
          <a:prstGeom prst="rect">
            <a:avLst/>
          </a:prstGeom>
          <a:ln>
            <a:solidFill>
              <a:srgbClr val="21364F"/>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BACCB9A7-45EF-9876-D1C2-89233D1C9B39}"/>
              </a:ext>
            </a:extLst>
          </p:cNvPr>
          <p:cNvPicPr>
            <a:picLocks noChangeAspect="1"/>
          </p:cNvPicPr>
          <p:nvPr/>
        </p:nvPicPr>
        <p:blipFill>
          <a:blip r:embed="rId9"/>
          <a:stretch>
            <a:fillRect/>
          </a:stretch>
        </p:blipFill>
        <p:spPr>
          <a:xfrm>
            <a:off x="319342" y="20332743"/>
            <a:ext cx="7112536" cy="4766183"/>
          </a:xfrm>
          <a:prstGeom prst="rect">
            <a:avLst/>
          </a:prstGeom>
          <a:ln>
            <a:solidFill>
              <a:srgbClr val="21364F"/>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0A3ED012-CCD8-E347-613D-837F629E521F}"/>
              </a:ext>
            </a:extLst>
          </p:cNvPr>
          <p:cNvPicPr>
            <a:picLocks noChangeAspect="1"/>
          </p:cNvPicPr>
          <p:nvPr/>
        </p:nvPicPr>
        <p:blipFill>
          <a:blip r:embed="rId10"/>
          <a:stretch>
            <a:fillRect/>
          </a:stretch>
        </p:blipFill>
        <p:spPr>
          <a:xfrm>
            <a:off x="7061710" y="14851090"/>
            <a:ext cx="7976664" cy="6959785"/>
          </a:xfrm>
          <a:prstGeom prst="rect">
            <a:avLst/>
          </a:prstGeom>
          <a:ln>
            <a:solidFill>
              <a:srgbClr val="21364F"/>
            </a:solidFill>
          </a:ln>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7FBDF708-8EB1-BD15-1F48-FDC9AFC1E818}"/>
              </a:ext>
            </a:extLst>
          </p:cNvPr>
          <p:cNvPicPr>
            <a:picLocks noChangeAspect="1"/>
          </p:cNvPicPr>
          <p:nvPr/>
        </p:nvPicPr>
        <p:blipFill>
          <a:blip r:embed="rId11"/>
          <a:stretch>
            <a:fillRect/>
          </a:stretch>
        </p:blipFill>
        <p:spPr>
          <a:xfrm>
            <a:off x="15570758" y="19946831"/>
            <a:ext cx="6024824" cy="5688866"/>
          </a:xfrm>
          <a:prstGeom prst="rect">
            <a:avLst/>
          </a:prstGeom>
          <a:ln>
            <a:solidFill>
              <a:srgbClr val="21364F"/>
            </a:solidFill>
          </a:ln>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B053D6A2-AEC6-6933-EFDB-57F879DA4F38}"/>
              </a:ext>
            </a:extLst>
          </p:cNvPr>
          <p:cNvPicPr>
            <a:picLocks noChangeAspect="1"/>
          </p:cNvPicPr>
          <p:nvPr/>
        </p:nvPicPr>
        <p:blipFill>
          <a:blip r:embed="rId12"/>
          <a:stretch>
            <a:fillRect/>
          </a:stretch>
        </p:blipFill>
        <p:spPr>
          <a:xfrm>
            <a:off x="15221376" y="11226615"/>
            <a:ext cx="6374405" cy="5259599"/>
          </a:xfrm>
          <a:prstGeom prst="rect">
            <a:avLst/>
          </a:prstGeom>
          <a:ln>
            <a:solidFill>
              <a:srgbClr val="21364F"/>
            </a:solidFill>
          </a:ln>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BF79F83A-FA4B-0797-E085-2233FFCEC270}"/>
              </a:ext>
            </a:extLst>
          </p:cNvPr>
          <p:cNvPicPr>
            <a:picLocks noChangeAspect="1"/>
          </p:cNvPicPr>
          <p:nvPr/>
        </p:nvPicPr>
        <p:blipFill>
          <a:blip r:embed="rId13"/>
          <a:stretch>
            <a:fillRect/>
          </a:stretch>
        </p:blipFill>
        <p:spPr>
          <a:xfrm>
            <a:off x="9754767" y="11028335"/>
            <a:ext cx="2590549" cy="3793304"/>
          </a:xfrm>
          <a:prstGeom prst="rect">
            <a:avLst/>
          </a:prstGeom>
          <a:ln>
            <a:solidFill>
              <a:srgbClr val="21364F"/>
            </a:solidFill>
          </a:ln>
          <a:effectLst>
            <a:outerShdw blurRad="50800" dist="38100" dir="2700000" algn="tl" rotWithShape="0">
              <a:prstClr val="black">
                <a:alpha val="40000"/>
              </a:prstClr>
            </a:outerShdw>
          </a:effectLst>
        </p:spPr>
      </p:pic>
      <p:sp>
        <p:nvSpPr>
          <p:cNvPr id="2" name="Google Shape;140;p1">
            <a:extLst>
              <a:ext uri="{FF2B5EF4-FFF2-40B4-BE49-F238E27FC236}">
                <a16:creationId xmlns:a16="http://schemas.microsoft.com/office/drawing/2014/main" id="{4450F625-902A-AF18-B9FC-2425AC2EB40B}"/>
              </a:ext>
            </a:extLst>
          </p:cNvPr>
          <p:cNvSpPr/>
          <p:nvPr/>
        </p:nvSpPr>
        <p:spPr>
          <a:xfrm>
            <a:off x="5892783" y="12094079"/>
            <a:ext cx="4170302" cy="2895614"/>
          </a:xfrm>
          <a:custGeom>
            <a:avLst/>
            <a:gdLst/>
            <a:ahLst/>
            <a:cxnLst/>
            <a:rect l="l" t="t" r="r" b="b"/>
            <a:pathLst>
              <a:path w="4063510" h="2821464" extrusionOk="0">
                <a:moveTo>
                  <a:pt x="0" y="2218424"/>
                </a:moveTo>
                <a:cubicBezTo>
                  <a:pt x="404831" y="1690838"/>
                  <a:pt x="890181" y="1230258"/>
                  <a:pt x="1438232" y="853593"/>
                </a:cubicBezTo>
                <a:cubicBezTo>
                  <a:pt x="1986283" y="476928"/>
                  <a:pt x="2590204" y="188872"/>
                  <a:pt x="3227828" y="0"/>
                </a:cubicBezTo>
                <a:lnTo>
                  <a:pt x="4063510" y="314448"/>
                </a:lnTo>
                <a:lnTo>
                  <a:pt x="3509173" y="949807"/>
                </a:lnTo>
                <a:cubicBezTo>
                  <a:pt x="2971219" y="1109156"/>
                  <a:pt x="2461697" y="1352185"/>
                  <a:pt x="1999314" y="1669973"/>
                </a:cubicBezTo>
                <a:cubicBezTo>
                  <a:pt x="1536930" y="1987760"/>
                  <a:pt x="1127447" y="2376345"/>
                  <a:pt x="785896" y="2821463"/>
                </a:cubicBezTo>
                <a:lnTo>
                  <a:pt x="860909" y="1981616"/>
                </a:lnTo>
                <a:close/>
              </a:path>
            </a:pathLst>
          </a:custGeom>
          <a:solidFill>
            <a:srgbClr val="8BD5EC"/>
          </a:solidFill>
          <a:ln>
            <a:solidFill>
              <a:schemeClr val="bg1"/>
            </a:solidFill>
          </a:ln>
          <a:effectLst>
            <a:outerShdw blurRad="50800" dist="38100" dir="2700000" algn="tl" rotWithShape="0">
              <a:prstClr val="black">
                <a:alpha val="40000"/>
              </a:prstClr>
            </a:outerShdw>
          </a:effectLst>
        </p:spPr>
        <p:txBody>
          <a:bodyPr spcFirstLastPara="1" wrap="square" lIns="93828" tIns="46901" rIns="93828" bIns="46901" anchor="ctr" anchorCtr="0">
            <a:noAutofit/>
          </a:bodyPr>
          <a:lstStyle/>
          <a:p>
            <a:pPr algn="ctr">
              <a:buSzPts val="2400"/>
            </a:pPr>
            <a:r>
              <a:rPr lang="en-US" sz="2053" dirty="0">
                <a:solidFill>
                  <a:schemeClr val="dk1"/>
                </a:solidFill>
                <a:latin typeface="Aptos" panose="020B0004020202020204" pitchFamily="34" charset="0"/>
                <a:ea typeface="Calibri"/>
                <a:cs typeface="Times New Roman" panose="02020603050405020304" pitchFamily="18" charset="0"/>
                <a:sym typeface="Calibri"/>
              </a:rPr>
              <a:t> </a:t>
            </a:r>
            <a:endParaRPr sz="2053" dirty="0">
              <a:solidFill>
                <a:schemeClr val="dk1"/>
              </a:solidFill>
              <a:latin typeface="Aptos" panose="020B0004020202020204" pitchFamily="34" charset="0"/>
              <a:ea typeface="Calibri"/>
              <a:cs typeface="Times New Roman" panose="02020603050405020304" pitchFamily="18" charset="0"/>
              <a:sym typeface="Calibri"/>
            </a:endParaRPr>
          </a:p>
        </p:txBody>
      </p:sp>
      <p:sp>
        <p:nvSpPr>
          <p:cNvPr id="3" name="Google Shape;142;p1">
            <a:extLst>
              <a:ext uri="{FF2B5EF4-FFF2-40B4-BE49-F238E27FC236}">
                <a16:creationId xmlns:a16="http://schemas.microsoft.com/office/drawing/2014/main" id="{55FFEB1E-F652-CEF7-F9D7-E4C1E9C91551}"/>
              </a:ext>
            </a:extLst>
          </p:cNvPr>
          <p:cNvSpPr/>
          <p:nvPr/>
        </p:nvSpPr>
        <p:spPr>
          <a:xfrm>
            <a:off x="4548805" y="16132727"/>
            <a:ext cx="1398426" cy="4581038"/>
          </a:xfrm>
          <a:custGeom>
            <a:avLst/>
            <a:gdLst/>
            <a:ahLst/>
            <a:cxnLst/>
            <a:rect l="l" t="t" r="r" b="b"/>
            <a:pathLst>
              <a:path w="1362616" h="4463728" extrusionOk="0">
                <a:moveTo>
                  <a:pt x="440945" y="4463728"/>
                </a:moveTo>
                <a:cubicBezTo>
                  <a:pt x="197218" y="3844993"/>
                  <a:pt x="52398" y="3191751"/>
                  <a:pt x="11800" y="2527983"/>
                </a:cubicBezTo>
                <a:cubicBezTo>
                  <a:pt x="-28797" y="1864215"/>
                  <a:pt x="35333" y="1198193"/>
                  <a:pt x="201838" y="554367"/>
                </a:cubicBezTo>
                <a:lnTo>
                  <a:pt x="901781" y="0"/>
                </a:lnTo>
                <a:lnTo>
                  <a:pt x="1160885" y="802393"/>
                </a:lnTo>
                <a:cubicBezTo>
                  <a:pt x="1020407" y="1345581"/>
                  <a:pt x="966301" y="1907495"/>
                  <a:pt x="1000553" y="2467508"/>
                </a:cubicBezTo>
                <a:cubicBezTo>
                  <a:pt x="1034805" y="3027521"/>
                  <a:pt x="1156987" y="3578653"/>
                  <a:pt x="1362616" y="4100672"/>
                </a:cubicBezTo>
                <a:lnTo>
                  <a:pt x="681361" y="3603820"/>
                </a:lnTo>
                <a:close/>
              </a:path>
            </a:pathLst>
          </a:custGeom>
          <a:solidFill>
            <a:srgbClr val="A8DFEA"/>
          </a:solidFill>
          <a:ln w="25400" cap="flat" cmpd="sng">
            <a:solidFill>
              <a:schemeClr val="bg1"/>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3828" tIns="46901" rIns="93828" bIns="46901" anchor="ctr" anchorCtr="0">
            <a:noAutofit/>
          </a:bodyPr>
          <a:lstStyle/>
          <a:p>
            <a:pPr algn="ctr">
              <a:buSzPts val="2400"/>
            </a:pPr>
            <a:endParaRPr sz="2053" dirty="0">
              <a:solidFill>
                <a:schemeClr val="dk1"/>
              </a:solidFill>
              <a:latin typeface="Aptos" panose="020B0004020202020204" pitchFamily="34" charset="0"/>
              <a:ea typeface="Calibri"/>
              <a:cs typeface="Times New Roman" panose="02020603050405020304" pitchFamily="18" charset="0"/>
              <a:sym typeface="Calibri"/>
            </a:endParaRPr>
          </a:p>
        </p:txBody>
      </p:sp>
      <p:sp>
        <p:nvSpPr>
          <p:cNvPr id="4" name="Google Shape;141;p1">
            <a:extLst>
              <a:ext uri="{FF2B5EF4-FFF2-40B4-BE49-F238E27FC236}">
                <a16:creationId xmlns:a16="http://schemas.microsoft.com/office/drawing/2014/main" id="{D9B3E451-22F6-DD86-5AE6-3AE86D3FEF9E}"/>
              </a:ext>
            </a:extLst>
          </p:cNvPr>
          <p:cNvSpPr/>
          <p:nvPr/>
        </p:nvSpPr>
        <p:spPr>
          <a:xfrm>
            <a:off x="16084737" y="15736694"/>
            <a:ext cx="1471656" cy="4594753"/>
          </a:xfrm>
          <a:custGeom>
            <a:avLst/>
            <a:gdLst/>
            <a:ahLst/>
            <a:cxnLst/>
            <a:rect l="l" t="t" r="r" b="b"/>
            <a:pathLst>
              <a:path w="1433970" h="4477092" extrusionOk="0">
                <a:moveTo>
                  <a:pt x="908440" y="0"/>
                </a:moveTo>
                <a:cubicBezTo>
                  <a:pt x="1173611" y="609852"/>
                  <a:pt x="1341141" y="1257642"/>
                  <a:pt x="1404879" y="1919589"/>
                </a:cubicBezTo>
                <a:cubicBezTo>
                  <a:pt x="1468618" y="2581536"/>
                  <a:pt x="1427770" y="3249390"/>
                  <a:pt x="1283836" y="3898635"/>
                </a:cubicBezTo>
                <a:lnTo>
                  <a:pt x="603667" y="4477092"/>
                </a:lnTo>
                <a:lnTo>
                  <a:pt x="316717" y="3684230"/>
                </a:lnTo>
                <a:cubicBezTo>
                  <a:pt x="438152" y="3136470"/>
                  <a:pt x="472615" y="2573010"/>
                  <a:pt x="418840" y="2014534"/>
                </a:cubicBezTo>
                <a:cubicBezTo>
                  <a:pt x="365065" y="1456057"/>
                  <a:pt x="223722" y="909525"/>
                  <a:pt x="0" y="395000"/>
                </a:cubicBezTo>
                <a:lnTo>
                  <a:pt x="698180" y="867774"/>
                </a:lnTo>
                <a:close/>
              </a:path>
            </a:pathLst>
          </a:custGeom>
          <a:solidFill>
            <a:srgbClr val="43C3DD"/>
          </a:solidFill>
          <a:ln w="25400" cap="flat" cmpd="sng">
            <a:solidFill>
              <a:schemeClr val="bg1"/>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3828" tIns="46901" rIns="93828" bIns="46901" anchor="ctr" anchorCtr="0">
            <a:noAutofit/>
          </a:bodyPr>
          <a:lstStyle/>
          <a:p>
            <a:pPr algn="ctr">
              <a:buSzPts val="2400"/>
            </a:pPr>
            <a:endParaRPr sz="2053" dirty="0">
              <a:solidFill>
                <a:srgbClr val="BFBFBF"/>
              </a:solidFill>
              <a:latin typeface="Aptos" panose="020B0004020202020204" pitchFamily="34" charset="0"/>
              <a:ea typeface="Calibri"/>
              <a:cs typeface="Times New Roman" panose="02020603050405020304" pitchFamily="18" charset="0"/>
              <a:sym typeface="Calibri"/>
            </a:endParaRPr>
          </a:p>
        </p:txBody>
      </p:sp>
      <p:sp>
        <p:nvSpPr>
          <p:cNvPr id="15" name="Google Shape;140;p1">
            <a:extLst>
              <a:ext uri="{FF2B5EF4-FFF2-40B4-BE49-F238E27FC236}">
                <a16:creationId xmlns:a16="http://schemas.microsoft.com/office/drawing/2014/main" id="{8A44931B-B064-5DF0-EE95-D99520C65B30}"/>
              </a:ext>
            </a:extLst>
          </p:cNvPr>
          <p:cNvSpPr/>
          <p:nvPr/>
        </p:nvSpPr>
        <p:spPr>
          <a:xfrm>
            <a:off x="11768857" y="11881890"/>
            <a:ext cx="3910074" cy="2634580"/>
          </a:xfrm>
          <a:custGeom>
            <a:avLst/>
            <a:gdLst/>
            <a:ahLst/>
            <a:cxnLst/>
            <a:rect l="l" t="t" r="r" b="b"/>
            <a:pathLst>
              <a:path w="3809946" h="2567115" extrusionOk="0">
                <a:moveTo>
                  <a:pt x="129300" y="0"/>
                </a:moveTo>
                <a:cubicBezTo>
                  <a:pt x="788619" y="86801"/>
                  <a:pt x="1430167" y="276837"/>
                  <a:pt x="2030394" y="563130"/>
                </a:cubicBezTo>
                <a:cubicBezTo>
                  <a:pt x="2630621" y="849424"/>
                  <a:pt x="3182045" y="1228407"/>
                  <a:pt x="3664425" y="1686169"/>
                </a:cubicBezTo>
                <a:lnTo>
                  <a:pt x="3809947" y="2567115"/>
                </a:lnTo>
                <a:lnTo>
                  <a:pt x="2982541" y="2404725"/>
                </a:lnTo>
                <a:cubicBezTo>
                  <a:pt x="2575563" y="2018517"/>
                  <a:pt x="2110333" y="1698773"/>
                  <a:pt x="1603930" y="1457231"/>
                </a:cubicBezTo>
                <a:cubicBezTo>
                  <a:pt x="1097526" y="1215689"/>
                  <a:pt x="556260" y="1055359"/>
                  <a:pt x="0" y="982126"/>
                </a:cubicBezTo>
                <a:lnTo>
                  <a:pt x="764836" y="627165"/>
                </a:lnTo>
                <a:close/>
              </a:path>
            </a:pathLst>
          </a:custGeom>
          <a:blipFill>
            <a:blip r:embed="rId14"/>
            <a:tile tx="0" ty="0" sx="100000" sy="100000" flip="none" algn="tl"/>
          </a:blipFill>
          <a:ln>
            <a:solidFill>
              <a:schemeClr val="bg1"/>
            </a:solidFill>
          </a:ln>
          <a:effectLst>
            <a:outerShdw blurRad="50800" dist="38100" dir="2700000" algn="tl" rotWithShape="0">
              <a:prstClr val="black">
                <a:alpha val="40000"/>
              </a:prstClr>
            </a:outerShdw>
          </a:effectLst>
        </p:spPr>
        <p:txBody>
          <a:bodyPr spcFirstLastPara="1" wrap="square" lIns="93828" tIns="46901" rIns="93828" bIns="46901" anchor="ctr" anchorCtr="0">
            <a:noAutofit/>
          </a:bodyPr>
          <a:lstStyle/>
          <a:p>
            <a:pPr algn="ctr">
              <a:buSzPts val="2400"/>
            </a:pPr>
            <a:r>
              <a:rPr lang="en-US" sz="2053" dirty="0">
                <a:solidFill>
                  <a:schemeClr val="dk1"/>
                </a:solidFill>
                <a:latin typeface="Aptos" panose="020B0004020202020204" pitchFamily="34" charset="0"/>
                <a:ea typeface="Calibri"/>
                <a:cs typeface="Times New Roman" panose="02020603050405020304" pitchFamily="18" charset="0"/>
                <a:sym typeface="Calibri"/>
              </a:rPr>
              <a:t> </a:t>
            </a:r>
            <a:endParaRPr sz="2053" dirty="0">
              <a:solidFill>
                <a:schemeClr val="dk1"/>
              </a:solidFill>
              <a:latin typeface="Aptos" panose="020B0004020202020204" pitchFamily="34" charset="0"/>
              <a:ea typeface="Calibri"/>
              <a:cs typeface="Times New Roman" panose="02020603050405020304" pitchFamily="18" charset="0"/>
              <a:sym typeface="Calibri"/>
            </a:endParaRPr>
          </a:p>
        </p:txBody>
      </p:sp>
      <p:sp>
        <p:nvSpPr>
          <p:cNvPr id="16" name="Google Shape;143;p1">
            <a:extLst>
              <a:ext uri="{FF2B5EF4-FFF2-40B4-BE49-F238E27FC236}">
                <a16:creationId xmlns:a16="http://schemas.microsoft.com/office/drawing/2014/main" id="{164689A9-9C68-48E7-2F65-D44A82CB908D}"/>
              </a:ext>
            </a:extLst>
          </p:cNvPr>
          <p:cNvSpPr/>
          <p:nvPr/>
        </p:nvSpPr>
        <p:spPr>
          <a:xfrm>
            <a:off x="12452262" y="21358693"/>
            <a:ext cx="4023838" cy="3063377"/>
          </a:xfrm>
          <a:custGeom>
            <a:avLst/>
            <a:gdLst/>
            <a:ahLst/>
            <a:cxnLst/>
            <a:rect l="l" t="t" r="r" b="b"/>
            <a:pathLst>
              <a:path w="3920797" h="2984931" extrusionOk="0">
                <a:moveTo>
                  <a:pt x="3920797" y="546749"/>
                </a:moveTo>
                <a:cubicBezTo>
                  <a:pt x="3553754" y="1101290"/>
                  <a:pt x="3101715" y="1594604"/>
                  <a:pt x="2581274" y="2008582"/>
                </a:cubicBezTo>
                <a:cubicBezTo>
                  <a:pt x="2060833" y="2422559"/>
                  <a:pt x="1478476" y="2752041"/>
                  <a:pt x="855581" y="2984932"/>
                </a:cubicBezTo>
                <a:lnTo>
                  <a:pt x="0" y="2729544"/>
                </a:lnTo>
                <a:lnTo>
                  <a:pt x="508666" y="2057064"/>
                </a:lnTo>
                <a:cubicBezTo>
                  <a:pt x="1034194" y="1860577"/>
                  <a:pt x="1525521" y="1582598"/>
                  <a:pt x="1964611" y="1233330"/>
                </a:cubicBezTo>
                <a:cubicBezTo>
                  <a:pt x="2403701" y="884062"/>
                  <a:pt x="2785080" y="467860"/>
                  <a:pt x="3094749" y="0"/>
                </a:cubicBezTo>
                <a:lnTo>
                  <a:pt x="3078504" y="843034"/>
                </a:lnTo>
                <a:close/>
              </a:path>
            </a:pathLst>
          </a:custGeom>
          <a:solidFill>
            <a:srgbClr val="0DAFD2"/>
          </a:solidFill>
          <a:ln w="25400" cap="flat" cmpd="sng">
            <a:solidFill>
              <a:schemeClr val="bg1"/>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3828" tIns="46901" rIns="93828" bIns="46901" anchor="ctr" anchorCtr="0">
            <a:noAutofit/>
          </a:bodyPr>
          <a:lstStyle/>
          <a:p>
            <a:pPr algn="ctr">
              <a:buSzPts val="2400"/>
            </a:pPr>
            <a:endParaRPr sz="2053" dirty="0">
              <a:solidFill>
                <a:schemeClr val="dk1"/>
              </a:solidFill>
              <a:latin typeface="Aptos" panose="020B0004020202020204" pitchFamily="34" charset="0"/>
              <a:ea typeface="Calibri"/>
              <a:cs typeface="Times New Roman" panose="02020603050405020304" pitchFamily="18" charset="0"/>
              <a:sym typeface="Calibri"/>
            </a:endParaRPr>
          </a:p>
        </p:txBody>
      </p:sp>
      <p:sp>
        <p:nvSpPr>
          <p:cNvPr id="17" name="Google Shape;144;p1">
            <a:extLst>
              <a:ext uri="{FF2B5EF4-FFF2-40B4-BE49-F238E27FC236}">
                <a16:creationId xmlns:a16="http://schemas.microsoft.com/office/drawing/2014/main" id="{DE517D6C-5537-2B26-0396-F55A756CD704}"/>
              </a:ext>
            </a:extLst>
          </p:cNvPr>
          <p:cNvSpPr/>
          <p:nvPr/>
        </p:nvSpPr>
        <p:spPr>
          <a:xfrm>
            <a:off x="6632263" y="22380619"/>
            <a:ext cx="3989848" cy="2433276"/>
          </a:xfrm>
          <a:custGeom>
            <a:avLst/>
            <a:gdLst/>
            <a:ahLst/>
            <a:cxnLst/>
            <a:rect l="l" t="t" r="r" b="b"/>
            <a:pathLst>
              <a:path w="3887677" h="2370966" extrusionOk="0">
                <a:moveTo>
                  <a:pt x="3809955" y="2370966"/>
                </a:moveTo>
                <a:cubicBezTo>
                  <a:pt x="3146997" y="2318790"/>
                  <a:pt x="2496382" y="2162591"/>
                  <a:pt x="1881994" y="1908104"/>
                </a:cubicBezTo>
                <a:cubicBezTo>
                  <a:pt x="1267607" y="1653616"/>
                  <a:pt x="697103" y="1304011"/>
                  <a:pt x="191427" y="872123"/>
                </a:cubicBezTo>
                <a:lnTo>
                  <a:pt x="0" y="0"/>
                </a:lnTo>
                <a:lnTo>
                  <a:pt x="834770" y="118865"/>
                </a:lnTo>
                <a:cubicBezTo>
                  <a:pt x="1261403" y="483243"/>
                  <a:pt x="1742729" y="778201"/>
                  <a:pt x="2261080" y="992909"/>
                </a:cubicBezTo>
                <a:cubicBezTo>
                  <a:pt x="2779432" y="1207617"/>
                  <a:pt x="3328347" y="1339400"/>
                  <a:pt x="3887677" y="1383420"/>
                </a:cubicBezTo>
                <a:lnTo>
                  <a:pt x="3142467" y="1777922"/>
                </a:lnTo>
                <a:close/>
              </a:path>
            </a:pathLst>
          </a:custGeom>
          <a:solidFill>
            <a:srgbClr val="C3E8F1"/>
          </a:solidFill>
          <a:ln>
            <a:solidFill>
              <a:schemeClr val="bg1"/>
            </a:solidFill>
          </a:ln>
          <a:effectLst>
            <a:outerShdw blurRad="50800" dist="38100" dir="2700000" algn="tl" rotWithShape="0">
              <a:prstClr val="black">
                <a:alpha val="40000"/>
              </a:prstClr>
            </a:outerShdw>
          </a:effectLst>
        </p:spPr>
        <p:txBody>
          <a:bodyPr spcFirstLastPara="1" wrap="square" lIns="93828" tIns="46901" rIns="93828" bIns="46901" anchor="ctr" anchorCtr="0">
            <a:noAutofit/>
          </a:bodyPr>
          <a:lstStyle/>
          <a:p>
            <a:pPr algn="ctr">
              <a:buSzPts val="2400"/>
            </a:pPr>
            <a:endParaRPr sz="2053">
              <a:solidFill>
                <a:srgbClr val="494429"/>
              </a:solidFill>
              <a:latin typeface="Aptos" panose="020B0004020202020204" pitchFamily="34" charset="0"/>
              <a:ea typeface="Calibri"/>
              <a:cs typeface="Times New Roman" panose="02020603050405020304" pitchFamily="18" charset="0"/>
              <a:sym typeface="Calibri"/>
            </a:endParaRPr>
          </a:p>
        </p:txBody>
      </p:sp>
      <p:sp>
        <p:nvSpPr>
          <p:cNvPr id="19" name="Google Shape;146;p1">
            <a:extLst>
              <a:ext uri="{FF2B5EF4-FFF2-40B4-BE49-F238E27FC236}">
                <a16:creationId xmlns:a16="http://schemas.microsoft.com/office/drawing/2014/main" id="{AAAE30EA-CA96-305F-5440-2817393C3724}"/>
              </a:ext>
            </a:extLst>
          </p:cNvPr>
          <p:cNvSpPr txBox="1"/>
          <p:nvPr/>
        </p:nvSpPr>
        <p:spPr>
          <a:xfrm rot="5280000">
            <a:off x="13604012" y="17232146"/>
            <a:ext cx="4692155" cy="1824727"/>
          </a:xfrm>
          <a:prstGeom prst="rect">
            <a:avLst/>
          </a:prstGeom>
          <a:noFill/>
          <a:ln>
            <a:noFill/>
          </a:ln>
        </p:spPr>
        <p:txBody>
          <a:bodyPr spcFirstLastPara="1" wrap="none" lIns="0" tIns="0" rIns="0" bIns="0" numCol="1" anchor="ctr" anchorCtr="0">
            <a:prstTxWarp prst="textArchUp">
              <a:avLst>
                <a:gd name="adj" fmla="val 12960000"/>
              </a:avLst>
            </a:prstTxWarp>
            <a:noAutofit/>
          </a:bodyPr>
          <a:lstStyle/>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Provision</a:t>
            </a:r>
          </a:p>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 Resources</a:t>
            </a:r>
          </a:p>
        </p:txBody>
      </p:sp>
      <p:sp>
        <p:nvSpPr>
          <p:cNvPr id="20" name="Google Shape;146;p1">
            <a:extLst>
              <a:ext uri="{FF2B5EF4-FFF2-40B4-BE49-F238E27FC236}">
                <a16:creationId xmlns:a16="http://schemas.microsoft.com/office/drawing/2014/main" id="{87B06293-6FFF-41FC-916B-962EBF20C1BC}"/>
              </a:ext>
            </a:extLst>
          </p:cNvPr>
          <p:cNvSpPr txBox="1"/>
          <p:nvPr/>
        </p:nvSpPr>
        <p:spPr>
          <a:xfrm rot="1740000">
            <a:off x="11180397" y="13322808"/>
            <a:ext cx="4692155" cy="1824727"/>
          </a:xfrm>
          <a:prstGeom prst="rect">
            <a:avLst/>
          </a:prstGeom>
          <a:noFill/>
          <a:ln>
            <a:noFill/>
          </a:ln>
        </p:spPr>
        <p:txBody>
          <a:bodyPr spcFirstLastPara="1" wrap="none" lIns="0" tIns="0" rIns="0" bIns="0" numCol="1" anchor="ctr" anchorCtr="0">
            <a:prstTxWarp prst="textArchUp">
              <a:avLst>
                <a:gd name="adj" fmla="val 12960000"/>
              </a:avLst>
            </a:prstTxWarp>
            <a:noAutofit/>
          </a:bodyPr>
          <a:lstStyle/>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Plan </a:t>
            </a:r>
          </a:p>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Workflow</a:t>
            </a:r>
            <a:endParaRPr sz="2463" b="1" spc="308" dirty="0">
              <a:solidFill>
                <a:schemeClr val="tx1"/>
              </a:solidFill>
              <a:latin typeface="Aptos" panose="020B0004020202020204" pitchFamily="34" charset="0"/>
              <a:cs typeface="Times New Roman" panose="02020603050405020304" pitchFamily="18" charset="0"/>
            </a:endParaRPr>
          </a:p>
        </p:txBody>
      </p:sp>
      <p:sp>
        <p:nvSpPr>
          <p:cNvPr id="21" name="Google Shape;146;p1">
            <a:extLst>
              <a:ext uri="{FF2B5EF4-FFF2-40B4-BE49-F238E27FC236}">
                <a16:creationId xmlns:a16="http://schemas.microsoft.com/office/drawing/2014/main" id="{6CA9875A-4D7F-8875-2230-EB288FFCDA87}"/>
              </a:ext>
            </a:extLst>
          </p:cNvPr>
          <p:cNvSpPr txBox="1"/>
          <p:nvPr/>
        </p:nvSpPr>
        <p:spPr>
          <a:xfrm rot="19500000">
            <a:off x="11652436" y="21356719"/>
            <a:ext cx="4692155" cy="1824727"/>
          </a:xfrm>
          <a:prstGeom prst="rect">
            <a:avLst/>
          </a:prstGeom>
          <a:noFill/>
          <a:ln>
            <a:noFill/>
          </a:ln>
        </p:spPr>
        <p:txBody>
          <a:bodyPr spcFirstLastPara="1" wrap="none" lIns="0" tIns="0" rIns="0" bIns="0" numCol="1" anchor="ctr" anchorCtr="0">
            <a:prstTxWarp prst="textArchDown">
              <a:avLst>
                <a:gd name="adj" fmla="val 3240000"/>
              </a:avLst>
            </a:prstTxWarp>
            <a:noAutofit/>
          </a:bodyPr>
          <a:lstStyle/>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Monitor</a:t>
            </a:r>
          </a:p>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 Workflows</a:t>
            </a:r>
          </a:p>
        </p:txBody>
      </p:sp>
      <p:sp>
        <p:nvSpPr>
          <p:cNvPr id="22" name="Google Shape;146;p1">
            <a:extLst>
              <a:ext uri="{FF2B5EF4-FFF2-40B4-BE49-F238E27FC236}">
                <a16:creationId xmlns:a16="http://schemas.microsoft.com/office/drawing/2014/main" id="{9B99BD98-A8D8-078C-7C2E-FEA49CDBF7F7}"/>
              </a:ext>
            </a:extLst>
          </p:cNvPr>
          <p:cNvSpPr txBox="1"/>
          <p:nvPr/>
        </p:nvSpPr>
        <p:spPr>
          <a:xfrm rot="19740000">
            <a:off x="6245751" y="13207077"/>
            <a:ext cx="4692155" cy="1824727"/>
          </a:xfrm>
          <a:prstGeom prst="rect">
            <a:avLst/>
          </a:prstGeom>
          <a:noFill/>
          <a:ln>
            <a:noFill/>
          </a:ln>
        </p:spPr>
        <p:txBody>
          <a:bodyPr spcFirstLastPara="1" wrap="none" lIns="0" tIns="0" rIns="0" bIns="0" numCol="1" anchor="ctr" anchorCtr="0">
            <a:prstTxWarp prst="textArchUp">
              <a:avLst>
                <a:gd name="adj" fmla="val 12960000"/>
              </a:avLst>
            </a:prstTxWarp>
            <a:noAutofit/>
          </a:bodyPr>
          <a:lstStyle/>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Create </a:t>
            </a:r>
          </a:p>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Workflow</a:t>
            </a:r>
            <a:endParaRPr sz="2463" b="1" spc="308" dirty="0">
              <a:solidFill>
                <a:schemeClr val="tx1"/>
              </a:solidFill>
              <a:latin typeface="Aptos" panose="020B0004020202020204" pitchFamily="34" charset="0"/>
              <a:cs typeface="Times New Roman" panose="02020603050405020304" pitchFamily="18" charset="0"/>
            </a:endParaRPr>
          </a:p>
        </p:txBody>
      </p:sp>
      <p:sp>
        <p:nvSpPr>
          <p:cNvPr id="23" name="Google Shape;146;p1">
            <a:extLst>
              <a:ext uri="{FF2B5EF4-FFF2-40B4-BE49-F238E27FC236}">
                <a16:creationId xmlns:a16="http://schemas.microsoft.com/office/drawing/2014/main" id="{689A5F58-602C-6C76-70AE-D8B9B8F7F579}"/>
              </a:ext>
            </a:extLst>
          </p:cNvPr>
          <p:cNvSpPr txBox="1"/>
          <p:nvPr/>
        </p:nvSpPr>
        <p:spPr>
          <a:xfrm rot="1560000">
            <a:off x="6601315" y="21901884"/>
            <a:ext cx="4692155" cy="1824727"/>
          </a:xfrm>
          <a:prstGeom prst="rect">
            <a:avLst/>
          </a:prstGeom>
          <a:noFill/>
          <a:ln>
            <a:noFill/>
          </a:ln>
        </p:spPr>
        <p:txBody>
          <a:bodyPr spcFirstLastPara="1" wrap="none" lIns="0" tIns="0" rIns="0" bIns="0" numCol="1" anchor="ctr" anchorCtr="0">
            <a:prstTxWarp prst="textArchDown">
              <a:avLst>
                <a:gd name="adj" fmla="val 3240000"/>
              </a:avLst>
            </a:prstTxWarp>
            <a:noAutofit/>
          </a:bodyPr>
          <a:lstStyle/>
          <a:p>
            <a:pPr lvl="0"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Learn</a:t>
            </a:r>
          </a:p>
          <a:p>
            <a:pPr lvl="0"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Workflows</a:t>
            </a:r>
          </a:p>
        </p:txBody>
      </p:sp>
      <p:sp>
        <p:nvSpPr>
          <p:cNvPr id="24" name="Google Shape;146;p1">
            <a:extLst>
              <a:ext uri="{FF2B5EF4-FFF2-40B4-BE49-F238E27FC236}">
                <a16:creationId xmlns:a16="http://schemas.microsoft.com/office/drawing/2014/main" id="{F8B85494-79E6-215C-118C-E64C506BBB53}"/>
              </a:ext>
            </a:extLst>
          </p:cNvPr>
          <p:cNvSpPr txBox="1"/>
          <p:nvPr/>
        </p:nvSpPr>
        <p:spPr>
          <a:xfrm rot="16200000">
            <a:off x="3857995" y="17469869"/>
            <a:ext cx="4692155" cy="1824727"/>
          </a:xfrm>
          <a:prstGeom prst="rect">
            <a:avLst/>
          </a:prstGeom>
          <a:noFill/>
          <a:ln>
            <a:noFill/>
          </a:ln>
        </p:spPr>
        <p:txBody>
          <a:bodyPr spcFirstLastPara="1" wrap="none" lIns="0" tIns="0" rIns="0" bIns="0" numCol="1" anchor="ctr" anchorCtr="0">
            <a:prstTxWarp prst="textArchUp">
              <a:avLst>
                <a:gd name="adj" fmla="val 12960000"/>
              </a:avLst>
            </a:prstTxWarp>
            <a:noAutofit/>
          </a:bodyPr>
          <a:lstStyle/>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Explore </a:t>
            </a:r>
          </a:p>
          <a:p>
            <a:pPr algn="ctr">
              <a:buSzPts val="2400"/>
            </a:pPr>
            <a:r>
              <a:rPr lang="en-US" sz="2463" b="1" spc="308" dirty="0">
                <a:solidFill>
                  <a:schemeClr val="tx1"/>
                </a:solidFill>
                <a:latin typeface="Aptos" panose="020B0004020202020204" pitchFamily="34" charset="0"/>
                <a:ea typeface="Calibri"/>
                <a:cs typeface="Times New Roman" panose="02020603050405020304" pitchFamily="18" charset="0"/>
                <a:sym typeface="Calibri"/>
              </a:rPr>
              <a:t>Marketplace</a:t>
            </a:r>
          </a:p>
        </p:txBody>
      </p:sp>
      <p:sp>
        <p:nvSpPr>
          <p:cNvPr id="25" name="TextBox 24">
            <a:extLst>
              <a:ext uri="{FF2B5EF4-FFF2-40B4-BE49-F238E27FC236}">
                <a16:creationId xmlns:a16="http://schemas.microsoft.com/office/drawing/2014/main" id="{AC676D98-87AB-9A3A-A4C2-D7522677F869}"/>
              </a:ext>
            </a:extLst>
          </p:cNvPr>
          <p:cNvSpPr txBox="1"/>
          <p:nvPr/>
        </p:nvSpPr>
        <p:spPr>
          <a:xfrm>
            <a:off x="17854108" y="16687834"/>
            <a:ext cx="3741474" cy="2976264"/>
          </a:xfrm>
          <a:prstGeom prst="rect">
            <a:avLst/>
          </a:prstGeom>
          <a:noFill/>
          <a:ln w="19050">
            <a:solidFill>
              <a:srgbClr val="00B0F0"/>
            </a:solidFill>
            <a:prstDash val="lgDash"/>
          </a:ln>
        </p:spPr>
        <p:txBody>
          <a:bodyPr wrap="square" rtlCol="0">
            <a:spAutoFit/>
          </a:bodyPr>
          <a:lstStyle/>
          <a:p>
            <a:pPr>
              <a:spcBef>
                <a:spcPts val="1800"/>
              </a:spcBef>
            </a:pPr>
            <a:r>
              <a:rPr lang="en-US" sz="2463" b="1" dirty="0">
                <a:solidFill>
                  <a:schemeClr val="tx1"/>
                </a:solidFill>
                <a:latin typeface="Aptos" panose="020B0004020202020204" pitchFamily="34" charset="0"/>
                <a:ea typeface="Calibri"/>
                <a:cs typeface="Times New Roman" panose="02020603050405020304" pitchFamily="18" charset="0"/>
                <a:sym typeface="Calibri"/>
              </a:rPr>
              <a:t>Distributed Computing</a:t>
            </a:r>
          </a:p>
          <a:p>
            <a:pPr>
              <a:spcBef>
                <a:spcPts val="1800"/>
              </a:spcBef>
            </a:pPr>
            <a:r>
              <a:rPr lang="en-US" sz="2463" dirty="0">
                <a:solidFill>
                  <a:schemeClr val="tx1"/>
                </a:solidFill>
                <a:latin typeface="Aptos" panose="020B0004020202020204" pitchFamily="34" charset="0"/>
                <a:ea typeface="Calibri"/>
                <a:cs typeface="Times New Roman" panose="02020603050405020304" pitchFamily="18" charset="0"/>
                <a:sym typeface="Calibri"/>
              </a:rPr>
              <a:t>Decide what types of resources are needed, map workflow onto resource, bring resources from campus, cloud and national infrastructure.</a:t>
            </a:r>
          </a:p>
        </p:txBody>
      </p:sp>
      <p:sp>
        <p:nvSpPr>
          <p:cNvPr id="26" name="TextBox 25">
            <a:extLst>
              <a:ext uri="{FF2B5EF4-FFF2-40B4-BE49-F238E27FC236}">
                <a16:creationId xmlns:a16="http://schemas.microsoft.com/office/drawing/2014/main" id="{E05C0B09-A6A0-7DA7-49F7-B11DCAF5152C}"/>
              </a:ext>
            </a:extLst>
          </p:cNvPr>
          <p:cNvSpPr txBox="1"/>
          <p:nvPr/>
        </p:nvSpPr>
        <p:spPr>
          <a:xfrm>
            <a:off x="764700" y="17530403"/>
            <a:ext cx="3678095" cy="1839221"/>
          </a:xfrm>
          <a:prstGeom prst="rect">
            <a:avLst/>
          </a:prstGeom>
          <a:noFill/>
          <a:ln w="19050">
            <a:solidFill>
              <a:srgbClr val="00B0F0"/>
            </a:solidFill>
            <a:prstDash val="lgDash"/>
          </a:ln>
        </p:spPr>
        <p:txBody>
          <a:bodyPr wrap="square" rtlCol="0">
            <a:spAutoFit/>
          </a:bodyPr>
          <a:lstStyle/>
          <a:p>
            <a:pPr>
              <a:spcBef>
                <a:spcPts val="1800"/>
              </a:spcBef>
            </a:pPr>
            <a:r>
              <a:rPr lang="en-US" sz="2463" b="1" dirty="0">
                <a:solidFill>
                  <a:schemeClr val="tx1"/>
                </a:solidFill>
                <a:latin typeface="Aptos" panose="020B0004020202020204" pitchFamily="34" charset="0"/>
                <a:ea typeface="Calibri"/>
                <a:cs typeface="Times New Roman" panose="02020603050405020304" pitchFamily="18" charset="0"/>
                <a:sym typeface="Calibri"/>
              </a:rPr>
              <a:t>Marketplace</a:t>
            </a:r>
          </a:p>
          <a:p>
            <a:pPr>
              <a:spcBef>
                <a:spcPts val="1800"/>
              </a:spcBef>
            </a:pPr>
            <a:r>
              <a:rPr lang="en-US" sz="2463" dirty="0">
                <a:solidFill>
                  <a:schemeClr val="tx1"/>
                </a:solidFill>
                <a:latin typeface="Aptos" panose="020B0004020202020204" pitchFamily="34" charset="0"/>
                <a:ea typeface="Calibri"/>
                <a:cs typeface="Times New Roman" panose="02020603050405020304" pitchFamily="18" charset="0"/>
                <a:sym typeface="Calibri"/>
              </a:rPr>
              <a:t>Explore curated workflows from different domains.</a:t>
            </a:r>
          </a:p>
        </p:txBody>
      </p:sp>
      <p:sp>
        <p:nvSpPr>
          <p:cNvPr id="28" name="TextBox 27">
            <a:extLst>
              <a:ext uri="{FF2B5EF4-FFF2-40B4-BE49-F238E27FC236}">
                <a16:creationId xmlns:a16="http://schemas.microsoft.com/office/drawing/2014/main" id="{F32AEDC3-251D-40E2-EB74-2AF8677CC044}"/>
              </a:ext>
            </a:extLst>
          </p:cNvPr>
          <p:cNvSpPr txBox="1"/>
          <p:nvPr/>
        </p:nvSpPr>
        <p:spPr>
          <a:xfrm>
            <a:off x="574253" y="25443452"/>
            <a:ext cx="8191100" cy="1460208"/>
          </a:xfrm>
          <a:prstGeom prst="rect">
            <a:avLst/>
          </a:prstGeom>
          <a:noFill/>
          <a:ln w="19050">
            <a:solidFill>
              <a:srgbClr val="00B0F0"/>
            </a:solidFill>
            <a:prstDash val="lgDash"/>
          </a:ln>
        </p:spPr>
        <p:txBody>
          <a:bodyPr wrap="square" rtlCol="0">
            <a:spAutoFit/>
          </a:bodyPr>
          <a:lstStyle/>
          <a:p>
            <a:pPr>
              <a:spcBef>
                <a:spcPts val="1800"/>
              </a:spcBef>
            </a:pPr>
            <a:r>
              <a:rPr lang="en-US" sz="2463" b="1" dirty="0">
                <a:solidFill>
                  <a:schemeClr val="tx1"/>
                </a:solidFill>
                <a:latin typeface="Aptos" panose="020B0004020202020204" pitchFamily="34" charset="0"/>
                <a:ea typeface="Calibri"/>
                <a:cs typeface="Times New Roman" panose="02020603050405020304" pitchFamily="18" charset="0"/>
                <a:sym typeface="Calibri"/>
              </a:rPr>
              <a:t>Interactive Notebooks</a:t>
            </a:r>
          </a:p>
          <a:p>
            <a:pPr>
              <a:spcBef>
                <a:spcPts val="1800"/>
              </a:spcBef>
            </a:pPr>
            <a:r>
              <a:rPr lang="en-US" sz="2463" dirty="0">
                <a:solidFill>
                  <a:schemeClr val="tx1"/>
                </a:solidFill>
                <a:latin typeface="Aptos" panose="020B0004020202020204" pitchFamily="34" charset="0"/>
                <a:ea typeface="Calibri"/>
                <a:cs typeface="Times New Roman" panose="02020603050405020304" pitchFamily="18" charset="0"/>
                <a:sym typeface="Calibri"/>
              </a:rPr>
              <a:t>Offers a browser-based environment for developing code, analyzing data and accessing workflow inputs and outputs.</a:t>
            </a:r>
          </a:p>
        </p:txBody>
      </p:sp>
      <p:pic>
        <p:nvPicPr>
          <p:cNvPr id="59" name="Google Shape;59;p1"/>
          <p:cNvPicPr preferRelativeResize="0">
            <a:picLocks noChangeAspect="1"/>
          </p:cNvPicPr>
          <p:nvPr/>
        </p:nvPicPr>
        <p:blipFill rotWithShape="1">
          <a:blip r:embed="rId15">
            <a:alphaModFix/>
          </a:blip>
          <a:srcRect/>
          <a:stretch/>
        </p:blipFill>
        <p:spPr>
          <a:xfrm>
            <a:off x="555752" y="27826951"/>
            <a:ext cx="2799188" cy="748183"/>
          </a:xfrm>
          <a:prstGeom prst="rect">
            <a:avLst/>
          </a:prstGeom>
          <a:noFill/>
          <a:ln>
            <a:noFill/>
          </a:ln>
        </p:spPr>
      </p:pic>
      <p:pic>
        <p:nvPicPr>
          <p:cNvPr id="58" name="Google Shape;58;p1"/>
          <p:cNvPicPr preferRelativeResize="0">
            <a:picLocks noChangeAspect="1"/>
          </p:cNvPicPr>
          <p:nvPr/>
        </p:nvPicPr>
        <p:blipFill rotWithShape="1">
          <a:blip r:embed="rId16">
            <a:alphaModFix/>
          </a:blip>
          <a:srcRect/>
          <a:stretch/>
        </p:blipFill>
        <p:spPr>
          <a:xfrm>
            <a:off x="1289758" y="29250633"/>
            <a:ext cx="1790856" cy="909855"/>
          </a:xfrm>
          <a:prstGeom prst="rect">
            <a:avLst/>
          </a:prstGeom>
          <a:noFill/>
          <a:ln>
            <a:noFill/>
          </a:ln>
        </p:spPr>
      </p:pic>
      <p:pic>
        <p:nvPicPr>
          <p:cNvPr id="89" name="Google Shape;89;p1" title="image-removebg-preview.png"/>
          <p:cNvPicPr preferRelativeResize="0">
            <a:picLocks noChangeAspect="1"/>
          </p:cNvPicPr>
          <p:nvPr/>
        </p:nvPicPr>
        <p:blipFill rotWithShape="1">
          <a:blip r:embed="rId17">
            <a:alphaModFix/>
          </a:blip>
          <a:srcRect/>
          <a:stretch/>
        </p:blipFill>
        <p:spPr>
          <a:xfrm>
            <a:off x="8267691" y="29463009"/>
            <a:ext cx="3139317" cy="906657"/>
          </a:xfrm>
          <a:prstGeom prst="rect">
            <a:avLst/>
          </a:prstGeom>
          <a:noFill/>
          <a:ln>
            <a:noFill/>
          </a:ln>
        </p:spPr>
      </p:pic>
      <p:pic>
        <p:nvPicPr>
          <p:cNvPr id="77" name="Google Shape;77;p1" descr="University of Tennessee Logo, symbol, meaning, history, PNG, brand"/>
          <p:cNvPicPr preferRelativeResize="0">
            <a:picLocks noChangeAspect="1"/>
          </p:cNvPicPr>
          <p:nvPr/>
        </p:nvPicPr>
        <p:blipFill rotWithShape="1">
          <a:blip r:embed="rId18">
            <a:alphaModFix/>
          </a:blip>
          <a:srcRect t="26032" b="26343"/>
          <a:stretch/>
        </p:blipFill>
        <p:spPr>
          <a:xfrm>
            <a:off x="261418" y="31180942"/>
            <a:ext cx="2932827" cy="759520"/>
          </a:xfrm>
          <a:prstGeom prst="rect">
            <a:avLst/>
          </a:prstGeom>
          <a:noFill/>
          <a:ln>
            <a:noFill/>
          </a:ln>
        </p:spPr>
      </p:pic>
      <p:sp>
        <p:nvSpPr>
          <p:cNvPr id="7" name="TextBox 6">
            <a:extLst>
              <a:ext uri="{FF2B5EF4-FFF2-40B4-BE49-F238E27FC236}">
                <a16:creationId xmlns:a16="http://schemas.microsoft.com/office/drawing/2014/main" id="{9D1DE8E1-380B-DBB6-6FCB-B72F810B7369}"/>
              </a:ext>
            </a:extLst>
          </p:cNvPr>
          <p:cNvSpPr txBox="1"/>
          <p:nvPr/>
        </p:nvSpPr>
        <p:spPr>
          <a:xfrm>
            <a:off x="14894249" y="29818241"/>
            <a:ext cx="6338393" cy="1384995"/>
          </a:xfrm>
          <a:prstGeom prst="rect">
            <a:avLst/>
          </a:prstGeom>
          <a:noFill/>
        </p:spPr>
        <p:txBody>
          <a:bodyPr wrap="square" rtlCol="0">
            <a:spAutoFit/>
          </a:bodyPr>
          <a:lstStyle/>
          <a:p>
            <a:pPr algn="ctr"/>
            <a:r>
              <a:rPr lang="en-US" sz="2800" b="1" dirty="0">
                <a:latin typeface="Aptos" panose="020B0004020202020204" pitchFamily="34" charset="0"/>
              </a:rPr>
              <a:t>Try it out!</a:t>
            </a:r>
            <a:br>
              <a:rPr lang="en-US" sz="2800" b="1" dirty="0">
                <a:latin typeface="Aptos" panose="020B0004020202020204" pitchFamily="34" charset="0"/>
              </a:rPr>
            </a:br>
            <a:endParaRPr lang="en-US" sz="2800" b="1" dirty="0">
              <a:latin typeface="Aptos" panose="020B0004020202020204" pitchFamily="34" charset="0"/>
            </a:endParaRPr>
          </a:p>
          <a:p>
            <a:pPr algn="ctr"/>
            <a:r>
              <a:rPr lang="en-US" sz="2800" b="1" dirty="0">
                <a:latin typeface="Aptos" panose="020B0004020202020204" pitchFamily="34" charset="0"/>
                <a:hlinkClick r:id="rId19"/>
              </a:rPr>
              <a:t>https://studio.pegasus-ai.org</a:t>
            </a:r>
            <a:endParaRPr lang="en-US" sz="2800" b="1" dirty="0">
              <a:latin typeface="Aptos" panose="020B0004020202020204" pitchFamily="34" charset="0"/>
            </a:endParaRPr>
          </a:p>
        </p:txBody>
      </p:sp>
      <p:sp>
        <p:nvSpPr>
          <p:cNvPr id="18" name="TextBox 17">
            <a:extLst>
              <a:ext uri="{FF2B5EF4-FFF2-40B4-BE49-F238E27FC236}">
                <a16:creationId xmlns:a16="http://schemas.microsoft.com/office/drawing/2014/main" id="{71B1E192-21B5-AA46-19EF-04EEC27D8ACA}"/>
              </a:ext>
            </a:extLst>
          </p:cNvPr>
          <p:cNvSpPr txBox="1"/>
          <p:nvPr/>
        </p:nvSpPr>
        <p:spPr>
          <a:xfrm>
            <a:off x="15086891" y="25902950"/>
            <a:ext cx="6024824" cy="2828082"/>
          </a:xfrm>
          <a:prstGeom prst="rect">
            <a:avLst/>
          </a:prstGeom>
          <a:noFill/>
          <a:ln w="19050">
            <a:solidFill>
              <a:srgbClr val="00B0F0"/>
            </a:solidFill>
            <a:prstDash val="lgDash"/>
          </a:ln>
        </p:spPr>
        <p:txBody>
          <a:bodyPr wrap="square" rtlCol="0">
            <a:spAutoFit/>
          </a:bodyPr>
          <a:lstStyle/>
          <a:p>
            <a:pPr>
              <a:spcBef>
                <a:spcPts val="1800"/>
              </a:spcBef>
            </a:pPr>
            <a:r>
              <a:rPr lang="en-US" sz="2463" b="1" dirty="0">
                <a:solidFill>
                  <a:schemeClr val="tx1"/>
                </a:solidFill>
                <a:latin typeface="Aptos" panose="020B0004020202020204" pitchFamily="34" charset="0"/>
                <a:ea typeface="Calibri"/>
                <a:cs typeface="Times New Roman" panose="02020603050405020304" pitchFamily="18" charset="0"/>
                <a:sym typeface="Calibri"/>
              </a:rPr>
              <a:t>Free Tier – Including AI Access</a:t>
            </a:r>
          </a:p>
          <a:p>
            <a:pPr>
              <a:spcBef>
                <a:spcPts val="1800"/>
              </a:spcBef>
            </a:pPr>
            <a:r>
              <a:rPr lang="en-US" sz="2463" dirty="0">
                <a:solidFill>
                  <a:schemeClr val="tx1"/>
                </a:solidFill>
                <a:latin typeface="Aptos" panose="020B0004020202020204" pitchFamily="34" charset="0"/>
                <a:ea typeface="Calibri"/>
                <a:cs typeface="Times New Roman" panose="02020603050405020304" pitchFamily="18" charset="0"/>
                <a:sym typeface="Calibri"/>
              </a:rPr>
              <a:t>All users get free basic access to AI functionality, such as chatbot, </a:t>
            </a:r>
            <a:r>
              <a:rPr lang="en-US" sz="2463" dirty="0" err="1">
                <a:solidFill>
                  <a:schemeClr val="tx1"/>
                </a:solidFill>
                <a:latin typeface="Aptos" panose="020B0004020202020204" pitchFamily="34" charset="0"/>
                <a:ea typeface="Calibri"/>
                <a:cs typeface="Times New Roman" panose="02020603050405020304" pitchFamily="18" charset="0"/>
                <a:sym typeface="Calibri"/>
              </a:rPr>
              <a:t>OpenCode</a:t>
            </a:r>
            <a:r>
              <a:rPr lang="en-US" sz="2463" dirty="0">
                <a:solidFill>
                  <a:schemeClr val="tx1"/>
                </a:solidFill>
                <a:latin typeface="Aptos" panose="020B0004020202020204" pitchFamily="34" charset="0"/>
                <a:ea typeface="Calibri"/>
                <a:cs typeface="Times New Roman" panose="02020603050405020304" pitchFamily="18" charset="0"/>
                <a:sym typeface="Calibri"/>
              </a:rPr>
              <a:t> and debugging tools.</a:t>
            </a:r>
          </a:p>
          <a:p>
            <a:pPr>
              <a:spcBef>
                <a:spcPts val="1800"/>
              </a:spcBef>
            </a:pPr>
            <a:r>
              <a:rPr lang="en-US" sz="2463" dirty="0">
                <a:solidFill>
                  <a:schemeClr val="tx1"/>
                </a:solidFill>
                <a:latin typeface="Aptos" panose="020B0004020202020204" pitchFamily="34" charset="0"/>
                <a:ea typeface="Calibri"/>
                <a:cs typeface="Times New Roman" panose="02020603050405020304" pitchFamily="18" charset="0"/>
                <a:sym typeface="Calibri"/>
              </a:rPr>
              <a:t>Power users can bring their own LLM or agents (Claude, Codex, …).</a:t>
            </a:r>
          </a:p>
        </p:txBody>
      </p:sp>
      <p:pic>
        <p:nvPicPr>
          <p:cNvPr id="30" name="Picture 29">
            <a:extLst>
              <a:ext uri="{FF2B5EF4-FFF2-40B4-BE49-F238E27FC236}">
                <a16:creationId xmlns:a16="http://schemas.microsoft.com/office/drawing/2014/main" id="{E4645F92-A1AA-2DF8-924F-5274AB184BE4}"/>
              </a:ext>
            </a:extLst>
          </p:cNvPr>
          <p:cNvPicPr>
            <a:picLocks noChangeAspect="1"/>
          </p:cNvPicPr>
          <p:nvPr/>
        </p:nvPicPr>
        <p:blipFill>
          <a:blip r:embed="rId20"/>
          <a:stretch>
            <a:fillRect/>
          </a:stretch>
        </p:blipFill>
        <p:spPr>
          <a:xfrm>
            <a:off x="3665729" y="27415843"/>
            <a:ext cx="1028871" cy="1280160"/>
          </a:xfrm>
          <a:prstGeom prst="rect">
            <a:avLst/>
          </a:prstGeom>
          <a:effectLst>
            <a:softEdge rad="63500"/>
          </a:effectLst>
        </p:spPr>
      </p:pic>
      <p:pic>
        <p:nvPicPr>
          <p:cNvPr id="36" name="Picture 35">
            <a:extLst>
              <a:ext uri="{FF2B5EF4-FFF2-40B4-BE49-F238E27FC236}">
                <a16:creationId xmlns:a16="http://schemas.microsoft.com/office/drawing/2014/main" id="{7B6AE5B4-DB58-C36B-EF96-9AA27B4E3859}"/>
              </a:ext>
            </a:extLst>
          </p:cNvPr>
          <p:cNvPicPr>
            <a:picLocks noChangeAspect="1"/>
          </p:cNvPicPr>
          <p:nvPr/>
        </p:nvPicPr>
        <p:blipFill>
          <a:blip r:embed="rId21"/>
          <a:stretch>
            <a:fillRect/>
          </a:stretch>
        </p:blipFill>
        <p:spPr>
          <a:xfrm>
            <a:off x="5132580" y="27415843"/>
            <a:ext cx="1280160" cy="1280160"/>
          </a:xfrm>
          <a:prstGeom prst="rect">
            <a:avLst/>
          </a:prstGeom>
          <a:effectLst>
            <a:softEdge rad="63500"/>
          </a:effectLst>
        </p:spPr>
      </p:pic>
      <p:pic>
        <p:nvPicPr>
          <p:cNvPr id="39" name="Picture 38">
            <a:extLst>
              <a:ext uri="{FF2B5EF4-FFF2-40B4-BE49-F238E27FC236}">
                <a16:creationId xmlns:a16="http://schemas.microsoft.com/office/drawing/2014/main" id="{F19BF1E6-7BAE-D159-69A1-7E2FBEC23F02}"/>
              </a:ext>
            </a:extLst>
          </p:cNvPr>
          <p:cNvPicPr>
            <a:picLocks noChangeAspect="1"/>
          </p:cNvPicPr>
          <p:nvPr/>
        </p:nvPicPr>
        <p:blipFill>
          <a:blip r:embed="rId22"/>
          <a:stretch>
            <a:fillRect/>
          </a:stretch>
        </p:blipFill>
        <p:spPr>
          <a:xfrm>
            <a:off x="6850720" y="27415843"/>
            <a:ext cx="1280160" cy="1280160"/>
          </a:xfrm>
          <a:prstGeom prst="rect">
            <a:avLst/>
          </a:prstGeom>
          <a:effectLst>
            <a:softEdge rad="63500"/>
          </a:effectLst>
        </p:spPr>
      </p:pic>
      <p:pic>
        <p:nvPicPr>
          <p:cNvPr id="43" name="Picture 42">
            <a:extLst>
              <a:ext uri="{FF2B5EF4-FFF2-40B4-BE49-F238E27FC236}">
                <a16:creationId xmlns:a16="http://schemas.microsoft.com/office/drawing/2014/main" id="{60AAD744-F44C-F6A4-D544-5D022A834BF5}"/>
              </a:ext>
            </a:extLst>
          </p:cNvPr>
          <p:cNvPicPr>
            <a:picLocks noChangeAspect="1"/>
          </p:cNvPicPr>
          <p:nvPr/>
        </p:nvPicPr>
        <p:blipFill>
          <a:blip r:embed="rId23"/>
          <a:stretch>
            <a:fillRect/>
          </a:stretch>
        </p:blipFill>
        <p:spPr>
          <a:xfrm>
            <a:off x="8568860" y="27415843"/>
            <a:ext cx="1280160" cy="1280160"/>
          </a:xfrm>
          <a:prstGeom prst="rect">
            <a:avLst/>
          </a:prstGeom>
          <a:effectLst>
            <a:softEdge rad="63500"/>
          </a:effectLst>
        </p:spPr>
      </p:pic>
      <p:pic>
        <p:nvPicPr>
          <p:cNvPr id="49" name="Picture 48">
            <a:extLst>
              <a:ext uri="{FF2B5EF4-FFF2-40B4-BE49-F238E27FC236}">
                <a16:creationId xmlns:a16="http://schemas.microsoft.com/office/drawing/2014/main" id="{B0DBCD0D-0BEB-299F-9869-CF0766234C68}"/>
              </a:ext>
            </a:extLst>
          </p:cNvPr>
          <p:cNvPicPr>
            <a:picLocks noChangeAspect="1"/>
          </p:cNvPicPr>
          <p:nvPr/>
        </p:nvPicPr>
        <p:blipFill>
          <a:blip r:embed="rId24"/>
          <a:stretch>
            <a:fillRect/>
          </a:stretch>
        </p:blipFill>
        <p:spPr>
          <a:xfrm>
            <a:off x="10287000" y="27415843"/>
            <a:ext cx="1280160" cy="1280160"/>
          </a:xfrm>
          <a:prstGeom prst="rect">
            <a:avLst/>
          </a:prstGeom>
          <a:effectLst>
            <a:softEdge rad="63500"/>
          </a:effectLst>
        </p:spPr>
      </p:pic>
      <p:pic>
        <p:nvPicPr>
          <p:cNvPr id="54" name="Picture 53">
            <a:extLst>
              <a:ext uri="{FF2B5EF4-FFF2-40B4-BE49-F238E27FC236}">
                <a16:creationId xmlns:a16="http://schemas.microsoft.com/office/drawing/2014/main" id="{BED0F1D3-2783-58DD-60C0-1802A5670D56}"/>
              </a:ext>
            </a:extLst>
          </p:cNvPr>
          <p:cNvPicPr>
            <a:picLocks noChangeAspect="1"/>
          </p:cNvPicPr>
          <p:nvPr/>
        </p:nvPicPr>
        <p:blipFill>
          <a:blip r:embed="rId25"/>
          <a:stretch>
            <a:fillRect/>
          </a:stretch>
        </p:blipFill>
        <p:spPr>
          <a:xfrm>
            <a:off x="11966532" y="27415843"/>
            <a:ext cx="1280160" cy="1280160"/>
          </a:xfrm>
          <a:prstGeom prst="rect">
            <a:avLst/>
          </a:prstGeom>
          <a:effectLst>
            <a:softEdge rad="63500"/>
          </a:effectLst>
        </p:spPr>
      </p:pic>
      <p:sp>
        <p:nvSpPr>
          <p:cNvPr id="60" name="TextBox 59">
            <a:extLst>
              <a:ext uri="{FF2B5EF4-FFF2-40B4-BE49-F238E27FC236}">
                <a16:creationId xmlns:a16="http://schemas.microsoft.com/office/drawing/2014/main" id="{9EED9D68-7A92-33A6-5FAD-66CF532720B3}"/>
              </a:ext>
            </a:extLst>
          </p:cNvPr>
          <p:cNvSpPr txBox="1"/>
          <p:nvPr/>
        </p:nvSpPr>
        <p:spPr>
          <a:xfrm>
            <a:off x="3426700" y="28669012"/>
            <a:ext cx="1434190" cy="338554"/>
          </a:xfrm>
          <a:prstGeom prst="rect">
            <a:avLst/>
          </a:prstGeom>
          <a:noFill/>
          <a:ln w="25400">
            <a:noFill/>
            <a:prstDash val="lgDash"/>
          </a:ln>
        </p:spPr>
        <p:txBody>
          <a:bodyPr wrap="square" rtlCol="0">
            <a:spAutoFit/>
          </a:bodyPr>
          <a:lstStyle/>
          <a:p>
            <a:r>
              <a:rPr lang="en-US" sz="1600" dirty="0">
                <a:solidFill>
                  <a:schemeClr val="tx1"/>
                </a:solidFill>
                <a:latin typeface="Aptos" panose="020B0004020202020204" pitchFamily="34" charset="0"/>
                <a:ea typeface="Calibri"/>
                <a:cs typeface="Times New Roman" panose="02020603050405020304" pitchFamily="18" charset="0"/>
                <a:sym typeface="Calibri"/>
              </a:rPr>
              <a:t>Ewa </a:t>
            </a:r>
            <a:r>
              <a:rPr lang="en-US" sz="1600" dirty="0" err="1">
                <a:solidFill>
                  <a:schemeClr val="tx1"/>
                </a:solidFill>
                <a:latin typeface="Aptos" panose="020B0004020202020204" pitchFamily="34" charset="0"/>
                <a:ea typeface="Calibri"/>
                <a:cs typeface="Times New Roman" panose="02020603050405020304" pitchFamily="18" charset="0"/>
                <a:sym typeface="Calibri"/>
              </a:rPr>
              <a:t>Deelman</a:t>
            </a:r>
            <a:endParaRPr lang="en-US" sz="1600" dirty="0">
              <a:solidFill>
                <a:schemeClr val="tx1"/>
              </a:solidFill>
              <a:latin typeface="Aptos" panose="020B0004020202020204" pitchFamily="34" charset="0"/>
              <a:ea typeface="Calibri"/>
              <a:cs typeface="Times New Roman" panose="02020603050405020304" pitchFamily="18" charset="0"/>
              <a:sym typeface="Calibri"/>
            </a:endParaRPr>
          </a:p>
        </p:txBody>
      </p:sp>
      <p:sp>
        <p:nvSpPr>
          <p:cNvPr id="65" name="TextBox 64">
            <a:extLst>
              <a:ext uri="{FF2B5EF4-FFF2-40B4-BE49-F238E27FC236}">
                <a16:creationId xmlns:a16="http://schemas.microsoft.com/office/drawing/2014/main" id="{B719C310-1083-A825-DE05-2A56C10557B2}"/>
              </a:ext>
            </a:extLst>
          </p:cNvPr>
          <p:cNvSpPr txBox="1"/>
          <p:nvPr/>
        </p:nvSpPr>
        <p:spPr>
          <a:xfrm>
            <a:off x="4983894" y="28669012"/>
            <a:ext cx="1434190"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Karan Vahi</a:t>
            </a:r>
          </a:p>
        </p:txBody>
      </p:sp>
      <p:sp>
        <p:nvSpPr>
          <p:cNvPr id="67" name="TextBox 66">
            <a:extLst>
              <a:ext uri="{FF2B5EF4-FFF2-40B4-BE49-F238E27FC236}">
                <a16:creationId xmlns:a16="http://schemas.microsoft.com/office/drawing/2014/main" id="{F51521ED-F24D-79E7-4037-DC3D77267392}"/>
              </a:ext>
            </a:extLst>
          </p:cNvPr>
          <p:cNvSpPr txBox="1"/>
          <p:nvPr/>
        </p:nvSpPr>
        <p:spPr>
          <a:xfrm>
            <a:off x="6728416" y="28669012"/>
            <a:ext cx="1434190"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Mats Rynge</a:t>
            </a:r>
          </a:p>
        </p:txBody>
      </p:sp>
      <p:sp>
        <p:nvSpPr>
          <p:cNvPr id="69" name="TextBox 68">
            <a:extLst>
              <a:ext uri="{FF2B5EF4-FFF2-40B4-BE49-F238E27FC236}">
                <a16:creationId xmlns:a16="http://schemas.microsoft.com/office/drawing/2014/main" id="{85E9F479-A8EC-4B96-75F8-901BA909496E}"/>
              </a:ext>
            </a:extLst>
          </p:cNvPr>
          <p:cNvSpPr txBox="1"/>
          <p:nvPr/>
        </p:nvSpPr>
        <p:spPr>
          <a:xfrm>
            <a:off x="8481057" y="28670260"/>
            <a:ext cx="1434190"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Rajiv Mayani</a:t>
            </a:r>
          </a:p>
        </p:txBody>
      </p:sp>
      <p:sp>
        <p:nvSpPr>
          <p:cNvPr id="71" name="TextBox 70">
            <a:extLst>
              <a:ext uri="{FF2B5EF4-FFF2-40B4-BE49-F238E27FC236}">
                <a16:creationId xmlns:a16="http://schemas.microsoft.com/office/drawing/2014/main" id="{E0378128-1FE5-9C6C-4815-2D77A54639BE}"/>
              </a:ext>
            </a:extLst>
          </p:cNvPr>
          <p:cNvSpPr txBox="1"/>
          <p:nvPr/>
        </p:nvSpPr>
        <p:spPr>
          <a:xfrm>
            <a:off x="10160850" y="28671804"/>
            <a:ext cx="1434190"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Hamza </a:t>
            </a:r>
            <a:r>
              <a:rPr lang="en-US" sz="1600" dirty="0" err="1">
                <a:solidFill>
                  <a:schemeClr val="tx1"/>
                </a:solidFill>
                <a:latin typeface="Aptos" panose="020B0004020202020204" pitchFamily="34" charset="0"/>
                <a:ea typeface="Calibri"/>
                <a:cs typeface="Times New Roman" panose="02020603050405020304" pitchFamily="18" charset="0"/>
                <a:sym typeface="Calibri"/>
              </a:rPr>
              <a:t>Safri</a:t>
            </a:r>
            <a:endParaRPr lang="en-US" sz="1600" dirty="0">
              <a:solidFill>
                <a:schemeClr val="tx1"/>
              </a:solidFill>
              <a:latin typeface="Aptos" panose="020B0004020202020204" pitchFamily="34" charset="0"/>
              <a:ea typeface="Calibri"/>
              <a:cs typeface="Times New Roman" panose="02020603050405020304" pitchFamily="18" charset="0"/>
              <a:sym typeface="Calibri"/>
            </a:endParaRPr>
          </a:p>
        </p:txBody>
      </p:sp>
      <p:sp>
        <p:nvSpPr>
          <p:cNvPr id="73" name="TextBox 72">
            <a:extLst>
              <a:ext uri="{FF2B5EF4-FFF2-40B4-BE49-F238E27FC236}">
                <a16:creationId xmlns:a16="http://schemas.microsoft.com/office/drawing/2014/main" id="{3BE0668B-0318-7EC4-1FD5-90928D60E603}"/>
              </a:ext>
            </a:extLst>
          </p:cNvPr>
          <p:cNvSpPr txBox="1"/>
          <p:nvPr/>
        </p:nvSpPr>
        <p:spPr>
          <a:xfrm>
            <a:off x="11746138" y="28670260"/>
            <a:ext cx="1789275"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Nicole </a:t>
            </a:r>
            <a:r>
              <a:rPr lang="en-US" sz="1600" dirty="0" err="1">
                <a:solidFill>
                  <a:schemeClr val="tx1"/>
                </a:solidFill>
                <a:latin typeface="Aptos" panose="020B0004020202020204" pitchFamily="34" charset="0"/>
                <a:ea typeface="Calibri"/>
                <a:cs typeface="Times New Roman" panose="02020603050405020304" pitchFamily="18" charset="0"/>
                <a:sym typeface="Calibri"/>
              </a:rPr>
              <a:t>Virdone</a:t>
            </a:r>
            <a:endParaRPr lang="en-US" sz="1600" dirty="0">
              <a:solidFill>
                <a:schemeClr val="tx1"/>
              </a:solidFill>
              <a:latin typeface="Aptos" panose="020B0004020202020204" pitchFamily="34" charset="0"/>
              <a:ea typeface="Calibri"/>
              <a:cs typeface="Times New Roman" panose="02020603050405020304" pitchFamily="18" charset="0"/>
              <a:sym typeface="Calibri"/>
            </a:endParaRPr>
          </a:p>
        </p:txBody>
      </p:sp>
      <p:pic>
        <p:nvPicPr>
          <p:cNvPr id="75" name="Picture 74">
            <a:extLst>
              <a:ext uri="{FF2B5EF4-FFF2-40B4-BE49-F238E27FC236}">
                <a16:creationId xmlns:a16="http://schemas.microsoft.com/office/drawing/2014/main" id="{53B0A02C-E6E1-3D1D-D487-0904EFB815C4}"/>
              </a:ext>
            </a:extLst>
          </p:cNvPr>
          <p:cNvPicPr>
            <a:picLocks noChangeAspect="1"/>
          </p:cNvPicPr>
          <p:nvPr/>
        </p:nvPicPr>
        <p:blipFill>
          <a:blip r:embed="rId26"/>
          <a:stretch>
            <a:fillRect/>
          </a:stretch>
        </p:blipFill>
        <p:spPr>
          <a:xfrm>
            <a:off x="3621237" y="29213574"/>
            <a:ext cx="1045464" cy="1280160"/>
          </a:xfrm>
          <a:prstGeom prst="rect">
            <a:avLst/>
          </a:prstGeom>
          <a:effectLst>
            <a:softEdge rad="63500"/>
          </a:effectLst>
        </p:spPr>
      </p:pic>
      <p:pic>
        <p:nvPicPr>
          <p:cNvPr id="80" name="Picture 79">
            <a:extLst>
              <a:ext uri="{FF2B5EF4-FFF2-40B4-BE49-F238E27FC236}">
                <a16:creationId xmlns:a16="http://schemas.microsoft.com/office/drawing/2014/main" id="{F07F287C-1161-D44C-A05A-6EAF07E3F3A5}"/>
              </a:ext>
            </a:extLst>
          </p:cNvPr>
          <p:cNvPicPr>
            <a:picLocks noChangeAspect="1"/>
          </p:cNvPicPr>
          <p:nvPr/>
        </p:nvPicPr>
        <p:blipFill>
          <a:blip r:embed="rId27"/>
          <a:stretch>
            <a:fillRect/>
          </a:stretch>
        </p:blipFill>
        <p:spPr>
          <a:xfrm>
            <a:off x="5086030" y="29213574"/>
            <a:ext cx="1027425" cy="1280160"/>
          </a:xfrm>
          <a:prstGeom prst="rect">
            <a:avLst/>
          </a:prstGeom>
          <a:effectLst>
            <a:softEdge rad="63500"/>
          </a:effectLst>
        </p:spPr>
      </p:pic>
      <p:pic>
        <p:nvPicPr>
          <p:cNvPr id="85" name="Picture 84">
            <a:extLst>
              <a:ext uri="{FF2B5EF4-FFF2-40B4-BE49-F238E27FC236}">
                <a16:creationId xmlns:a16="http://schemas.microsoft.com/office/drawing/2014/main" id="{B76C7BCB-B879-B8DC-9733-8AEAF8AA36FD}"/>
              </a:ext>
            </a:extLst>
          </p:cNvPr>
          <p:cNvPicPr>
            <a:picLocks noChangeAspect="1"/>
          </p:cNvPicPr>
          <p:nvPr/>
        </p:nvPicPr>
        <p:blipFill>
          <a:blip r:embed="rId28"/>
          <a:stretch>
            <a:fillRect/>
          </a:stretch>
        </p:blipFill>
        <p:spPr>
          <a:xfrm>
            <a:off x="6387023" y="29213574"/>
            <a:ext cx="1280160" cy="1280160"/>
          </a:xfrm>
          <a:prstGeom prst="rect">
            <a:avLst/>
          </a:prstGeom>
          <a:effectLst>
            <a:softEdge rad="63500"/>
          </a:effectLst>
        </p:spPr>
      </p:pic>
      <p:pic>
        <p:nvPicPr>
          <p:cNvPr id="87" name="Picture 86">
            <a:extLst>
              <a:ext uri="{FF2B5EF4-FFF2-40B4-BE49-F238E27FC236}">
                <a16:creationId xmlns:a16="http://schemas.microsoft.com/office/drawing/2014/main" id="{9BCD702F-EDFB-2490-217D-DA4937AF1C9B}"/>
              </a:ext>
            </a:extLst>
          </p:cNvPr>
          <p:cNvPicPr>
            <a:picLocks noChangeAspect="1"/>
          </p:cNvPicPr>
          <p:nvPr/>
        </p:nvPicPr>
        <p:blipFill>
          <a:blip r:embed="rId29"/>
          <a:stretch>
            <a:fillRect/>
          </a:stretch>
        </p:blipFill>
        <p:spPr>
          <a:xfrm>
            <a:off x="11484125" y="29213574"/>
            <a:ext cx="988986" cy="1280160"/>
          </a:xfrm>
          <a:prstGeom prst="rect">
            <a:avLst/>
          </a:prstGeom>
          <a:effectLst>
            <a:softEdge rad="63500"/>
          </a:effectLst>
        </p:spPr>
      </p:pic>
      <p:pic>
        <p:nvPicPr>
          <p:cNvPr id="92" name="Picture 91">
            <a:extLst>
              <a:ext uri="{FF2B5EF4-FFF2-40B4-BE49-F238E27FC236}">
                <a16:creationId xmlns:a16="http://schemas.microsoft.com/office/drawing/2014/main" id="{98067B2A-EB5E-0AFD-DADE-98B5851A255E}"/>
              </a:ext>
            </a:extLst>
          </p:cNvPr>
          <p:cNvPicPr>
            <a:picLocks noChangeAspect="1"/>
          </p:cNvPicPr>
          <p:nvPr/>
        </p:nvPicPr>
        <p:blipFill>
          <a:blip r:embed="rId30"/>
          <a:stretch>
            <a:fillRect/>
          </a:stretch>
        </p:blipFill>
        <p:spPr>
          <a:xfrm>
            <a:off x="12898308" y="29213574"/>
            <a:ext cx="1280160" cy="1280160"/>
          </a:xfrm>
          <a:prstGeom prst="rect">
            <a:avLst/>
          </a:prstGeom>
          <a:effectLst>
            <a:softEdge rad="63500"/>
          </a:effectLst>
        </p:spPr>
      </p:pic>
      <p:sp>
        <p:nvSpPr>
          <p:cNvPr id="94" name="TextBox 93">
            <a:extLst>
              <a:ext uri="{FF2B5EF4-FFF2-40B4-BE49-F238E27FC236}">
                <a16:creationId xmlns:a16="http://schemas.microsoft.com/office/drawing/2014/main" id="{C8EF9545-9E83-A99E-C3CC-4B9A0C9F543E}"/>
              </a:ext>
            </a:extLst>
          </p:cNvPr>
          <p:cNvSpPr txBox="1"/>
          <p:nvPr/>
        </p:nvSpPr>
        <p:spPr>
          <a:xfrm>
            <a:off x="3194245" y="30479009"/>
            <a:ext cx="1789649"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Anirban Mandal</a:t>
            </a:r>
          </a:p>
        </p:txBody>
      </p:sp>
      <p:sp>
        <p:nvSpPr>
          <p:cNvPr id="96" name="TextBox 95">
            <a:extLst>
              <a:ext uri="{FF2B5EF4-FFF2-40B4-BE49-F238E27FC236}">
                <a16:creationId xmlns:a16="http://schemas.microsoft.com/office/drawing/2014/main" id="{AF7506D8-D1E7-0FA8-5ED7-BC4E93C1A44C}"/>
              </a:ext>
            </a:extLst>
          </p:cNvPr>
          <p:cNvSpPr txBox="1"/>
          <p:nvPr/>
        </p:nvSpPr>
        <p:spPr>
          <a:xfrm>
            <a:off x="4605909" y="30479009"/>
            <a:ext cx="2038205"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Komal Thareja</a:t>
            </a:r>
          </a:p>
        </p:txBody>
      </p:sp>
      <p:sp>
        <p:nvSpPr>
          <p:cNvPr id="98" name="TextBox 97">
            <a:extLst>
              <a:ext uri="{FF2B5EF4-FFF2-40B4-BE49-F238E27FC236}">
                <a16:creationId xmlns:a16="http://schemas.microsoft.com/office/drawing/2014/main" id="{091F0F6B-D42B-3565-B3CB-53E2E4E41FB1}"/>
              </a:ext>
            </a:extLst>
          </p:cNvPr>
          <p:cNvSpPr txBox="1"/>
          <p:nvPr/>
        </p:nvSpPr>
        <p:spPr>
          <a:xfrm>
            <a:off x="6034119" y="30479009"/>
            <a:ext cx="2128487"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Michael Stealey</a:t>
            </a:r>
          </a:p>
        </p:txBody>
      </p:sp>
      <p:sp>
        <p:nvSpPr>
          <p:cNvPr id="100" name="TextBox 99">
            <a:extLst>
              <a:ext uri="{FF2B5EF4-FFF2-40B4-BE49-F238E27FC236}">
                <a16:creationId xmlns:a16="http://schemas.microsoft.com/office/drawing/2014/main" id="{26A1D04C-525A-CA58-E310-37DCE4E8AB1B}"/>
              </a:ext>
            </a:extLst>
          </p:cNvPr>
          <p:cNvSpPr txBox="1"/>
          <p:nvPr/>
        </p:nvSpPr>
        <p:spPr>
          <a:xfrm>
            <a:off x="11245717" y="30479009"/>
            <a:ext cx="1434190"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Mike Zink</a:t>
            </a:r>
          </a:p>
        </p:txBody>
      </p:sp>
      <p:sp>
        <p:nvSpPr>
          <p:cNvPr id="102" name="TextBox 101">
            <a:extLst>
              <a:ext uri="{FF2B5EF4-FFF2-40B4-BE49-F238E27FC236}">
                <a16:creationId xmlns:a16="http://schemas.microsoft.com/office/drawing/2014/main" id="{294C9A6C-CA99-3426-F644-88E3707422A0}"/>
              </a:ext>
            </a:extLst>
          </p:cNvPr>
          <p:cNvSpPr txBox="1"/>
          <p:nvPr/>
        </p:nvSpPr>
        <p:spPr>
          <a:xfrm>
            <a:off x="12645182" y="30479009"/>
            <a:ext cx="1783602"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Berent </a:t>
            </a:r>
            <a:r>
              <a:rPr lang="en-US" sz="1600" dirty="0" err="1">
                <a:solidFill>
                  <a:schemeClr val="tx1"/>
                </a:solidFill>
                <a:latin typeface="Aptos" panose="020B0004020202020204" pitchFamily="34" charset="0"/>
                <a:ea typeface="Calibri"/>
                <a:cs typeface="Times New Roman" panose="02020603050405020304" pitchFamily="18" charset="0"/>
                <a:sym typeface="Calibri"/>
              </a:rPr>
              <a:t>Aldikacti</a:t>
            </a:r>
            <a:endParaRPr lang="en-US" sz="1600" dirty="0">
              <a:solidFill>
                <a:schemeClr val="tx1"/>
              </a:solidFill>
              <a:latin typeface="Aptos" panose="020B0004020202020204" pitchFamily="34" charset="0"/>
              <a:ea typeface="Calibri"/>
              <a:cs typeface="Times New Roman" panose="02020603050405020304" pitchFamily="18" charset="0"/>
              <a:sym typeface="Calibri"/>
            </a:endParaRPr>
          </a:p>
        </p:txBody>
      </p:sp>
      <p:pic>
        <p:nvPicPr>
          <p:cNvPr id="104" name="Picture 103">
            <a:extLst>
              <a:ext uri="{FF2B5EF4-FFF2-40B4-BE49-F238E27FC236}">
                <a16:creationId xmlns:a16="http://schemas.microsoft.com/office/drawing/2014/main" id="{B539FBB2-BDFD-0BC0-64C8-B1B8C88F6B97}"/>
              </a:ext>
            </a:extLst>
          </p:cNvPr>
          <p:cNvPicPr>
            <a:picLocks noChangeAspect="1"/>
          </p:cNvPicPr>
          <p:nvPr/>
        </p:nvPicPr>
        <p:blipFill>
          <a:blip r:embed="rId31"/>
          <a:stretch>
            <a:fillRect/>
          </a:stretch>
        </p:blipFill>
        <p:spPr>
          <a:xfrm>
            <a:off x="3540084" y="31030387"/>
            <a:ext cx="1280160" cy="1280160"/>
          </a:xfrm>
          <a:prstGeom prst="rect">
            <a:avLst/>
          </a:prstGeom>
          <a:effectLst>
            <a:softEdge rad="63500"/>
          </a:effectLst>
        </p:spPr>
      </p:pic>
      <p:pic>
        <p:nvPicPr>
          <p:cNvPr id="106" name="Picture 105">
            <a:extLst>
              <a:ext uri="{FF2B5EF4-FFF2-40B4-BE49-F238E27FC236}">
                <a16:creationId xmlns:a16="http://schemas.microsoft.com/office/drawing/2014/main" id="{DA3B07B8-4FB8-25EE-CE7D-CBEF93DA023A}"/>
              </a:ext>
            </a:extLst>
          </p:cNvPr>
          <p:cNvPicPr>
            <a:picLocks noChangeAspect="1"/>
          </p:cNvPicPr>
          <p:nvPr/>
        </p:nvPicPr>
        <p:blipFill>
          <a:blip r:embed="rId32"/>
          <a:stretch>
            <a:fillRect/>
          </a:stretch>
        </p:blipFill>
        <p:spPr>
          <a:xfrm>
            <a:off x="5346631" y="31030387"/>
            <a:ext cx="851888" cy="1280160"/>
          </a:xfrm>
          <a:prstGeom prst="rect">
            <a:avLst/>
          </a:prstGeom>
          <a:effectLst>
            <a:softEdge rad="63500"/>
          </a:effectLst>
        </p:spPr>
      </p:pic>
      <p:pic>
        <p:nvPicPr>
          <p:cNvPr id="108" name="Picture 107">
            <a:extLst>
              <a:ext uri="{FF2B5EF4-FFF2-40B4-BE49-F238E27FC236}">
                <a16:creationId xmlns:a16="http://schemas.microsoft.com/office/drawing/2014/main" id="{60D4352B-C422-CABD-4D32-DE9E9C37C057}"/>
              </a:ext>
            </a:extLst>
          </p:cNvPr>
          <p:cNvPicPr>
            <a:picLocks noChangeAspect="1"/>
          </p:cNvPicPr>
          <p:nvPr/>
        </p:nvPicPr>
        <p:blipFill>
          <a:blip r:embed="rId33"/>
          <a:stretch>
            <a:fillRect/>
          </a:stretch>
        </p:blipFill>
        <p:spPr>
          <a:xfrm>
            <a:off x="6724906" y="31030387"/>
            <a:ext cx="851888" cy="1280160"/>
          </a:xfrm>
          <a:prstGeom prst="rect">
            <a:avLst/>
          </a:prstGeom>
          <a:effectLst>
            <a:softEdge rad="63500"/>
          </a:effectLst>
        </p:spPr>
      </p:pic>
      <p:pic>
        <p:nvPicPr>
          <p:cNvPr id="110" name="Picture 109">
            <a:extLst>
              <a:ext uri="{FF2B5EF4-FFF2-40B4-BE49-F238E27FC236}">
                <a16:creationId xmlns:a16="http://schemas.microsoft.com/office/drawing/2014/main" id="{F625CD5C-7087-AFE4-3878-E495708C7759}"/>
              </a:ext>
            </a:extLst>
          </p:cNvPr>
          <p:cNvPicPr>
            <a:picLocks noChangeAspect="1"/>
          </p:cNvPicPr>
          <p:nvPr/>
        </p:nvPicPr>
        <p:blipFill>
          <a:blip r:embed="rId34"/>
          <a:stretch>
            <a:fillRect/>
          </a:stretch>
        </p:blipFill>
        <p:spPr>
          <a:xfrm>
            <a:off x="8103181" y="31030387"/>
            <a:ext cx="1280160" cy="1280160"/>
          </a:xfrm>
          <a:prstGeom prst="rect">
            <a:avLst/>
          </a:prstGeom>
          <a:effectLst>
            <a:softEdge rad="63500"/>
          </a:effectLst>
        </p:spPr>
      </p:pic>
      <p:pic>
        <p:nvPicPr>
          <p:cNvPr id="112" name="Picture 111">
            <a:extLst>
              <a:ext uri="{FF2B5EF4-FFF2-40B4-BE49-F238E27FC236}">
                <a16:creationId xmlns:a16="http://schemas.microsoft.com/office/drawing/2014/main" id="{1912536E-385C-2FD3-451F-7D0E1C39B0B2}"/>
              </a:ext>
            </a:extLst>
          </p:cNvPr>
          <p:cNvPicPr>
            <a:picLocks noChangeAspect="1"/>
          </p:cNvPicPr>
          <p:nvPr/>
        </p:nvPicPr>
        <p:blipFill>
          <a:blip r:embed="rId35"/>
          <a:stretch>
            <a:fillRect/>
          </a:stretch>
        </p:blipFill>
        <p:spPr>
          <a:xfrm>
            <a:off x="9909728" y="31030387"/>
            <a:ext cx="1259947" cy="1280160"/>
          </a:xfrm>
          <a:prstGeom prst="rect">
            <a:avLst/>
          </a:prstGeom>
          <a:effectLst>
            <a:softEdge rad="63500"/>
          </a:effectLst>
        </p:spPr>
      </p:pic>
      <p:pic>
        <p:nvPicPr>
          <p:cNvPr id="114" name="Picture 113">
            <a:extLst>
              <a:ext uri="{FF2B5EF4-FFF2-40B4-BE49-F238E27FC236}">
                <a16:creationId xmlns:a16="http://schemas.microsoft.com/office/drawing/2014/main" id="{8CBF86D9-537D-80A9-8E82-9D39823A84FA}"/>
              </a:ext>
            </a:extLst>
          </p:cNvPr>
          <p:cNvPicPr>
            <a:picLocks noChangeAspect="1"/>
          </p:cNvPicPr>
          <p:nvPr/>
        </p:nvPicPr>
        <p:blipFill>
          <a:blip r:embed="rId36"/>
          <a:stretch>
            <a:fillRect/>
          </a:stretch>
        </p:blipFill>
        <p:spPr>
          <a:xfrm>
            <a:off x="11696062" y="31030387"/>
            <a:ext cx="851888" cy="1280160"/>
          </a:xfrm>
          <a:prstGeom prst="rect">
            <a:avLst/>
          </a:prstGeom>
          <a:effectLst>
            <a:softEdge rad="63500"/>
          </a:effectLst>
        </p:spPr>
      </p:pic>
      <p:pic>
        <p:nvPicPr>
          <p:cNvPr id="116" name="Picture 115">
            <a:extLst>
              <a:ext uri="{FF2B5EF4-FFF2-40B4-BE49-F238E27FC236}">
                <a16:creationId xmlns:a16="http://schemas.microsoft.com/office/drawing/2014/main" id="{7A5AC943-5A1F-FCE2-947F-E3363988A16B}"/>
              </a:ext>
            </a:extLst>
          </p:cNvPr>
          <p:cNvPicPr>
            <a:picLocks noChangeAspect="1"/>
          </p:cNvPicPr>
          <p:nvPr/>
        </p:nvPicPr>
        <p:blipFill>
          <a:blip r:embed="rId37"/>
          <a:stretch>
            <a:fillRect/>
          </a:stretch>
        </p:blipFill>
        <p:spPr>
          <a:xfrm>
            <a:off x="13074334" y="31030387"/>
            <a:ext cx="853440" cy="1280160"/>
          </a:xfrm>
          <a:prstGeom prst="rect">
            <a:avLst/>
          </a:prstGeom>
          <a:effectLst>
            <a:softEdge rad="63500"/>
          </a:effectLst>
        </p:spPr>
      </p:pic>
      <p:sp>
        <p:nvSpPr>
          <p:cNvPr id="118" name="TextBox 117">
            <a:extLst>
              <a:ext uri="{FF2B5EF4-FFF2-40B4-BE49-F238E27FC236}">
                <a16:creationId xmlns:a16="http://schemas.microsoft.com/office/drawing/2014/main" id="{27CE055E-328C-3059-D7C2-C5E8A3316FA6}"/>
              </a:ext>
            </a:extLst>
          </p:cNvPr>
          <p:cNvSpPr txBox="1"/>
          <p:nvPr/>
        </p:nvSpPr>
        <p:spPr>
          <a:xfrm>
            <a:off x="3285339" y="32293859"/>
            <a:ext cx="1789649"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Michela Taufer</a:t>
            </a:r>
          </a:p>
        </p:txBody>
      </p:sp>
      <p:sp>
        <p:nvSpPr>
          <p:cNvPr id="120" name="TextBox 119">
            <a:extLst>
              <a:ext uri="{FF2B5EF4-FFF2-40B4-BE49-F238E27FC236}">
                <a16:creationId xmlns:a16="http://schemas.microsoft.com/office/drawing/2014/main" id="{D0DD8477-F37D-7D31-0FA7-71F08BCC21DB}"/>
              </a:ext>
            </a:extLst>
          </p:cNvPr>
          <p:cNvSpPr txBox="1"/>
          <p:nvPr/>
        </p:nvSpPr>
        <p:spPr>
          <a:xfrm>
            <a:off x="4962844" y="32262188"/>
            <a:ext cx="1607223" cy="584775"/>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Sai Swaminathan</a:t>
            </a:r>
          </a:p>
        </p:txBody>
      </p:sp>
      <p:sp>
        <p:nvSpPr>
          <p:cNvPr id="122" name="TextBox 121">
            <a:extLst>
              <a:ext uri="{FF2B5EF4-FFF2-40B4-BE49-F238E27FC236}">
                <a16:creationId xmlns:a16="http://schemas.microsoft.com/office/drawing/2014/main" id="{5530C202-F078-F3E7-2AE4-CC3FFBB0DCC7}"/>
              </a:ext>
            </a:extLst>
          </p:cNvPr>
          <p:cNvSpPr txBox="1"/>
          <p:nvPr/>
        </p:nvSpPr>
        <p:spPr>
          <a:xfrm>
            <a:off x="6256025" y="32293859"/>
            <a:ext cx="1789649"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Kin Wai NG</a:t>
            </a:r>
          </a:p>
        </p:txBody>
      </p:sp>
      <p:sp>
        <p:nvSpPr>
          <p:cNvPr id="124" name="TextBox 123">
            <a:extLst>
              <a:ext uri="{FF2B5EF4-FFF2-40B4-BE49-F238E27FC236}">
                <a16:creationId xmlns:a16="http://schemas.microsoft.com/office/drawing/2014/main" id="{94669A9D-C6AA-2028-3E31-541581887A67}"/>
              </a:ext>
            </a:extLst>
          </p:cNvPr>
          <p:cNvSpPr txBox="1"/>
          <p:nvPr/>
        </p:nvSpPr>
        <p:spPr>
          <a:xfrm>
            <a:off x="7875530" y="32293859"/>
            <a:ext cx="1789649"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Kin Hong NG</a:t>
            </a:r>
          </a:p>
        </p:txBody>
      </p:sp>
      <p:sp>
        <p:nvSpPr>
          <p:cNvPr id="126" name="TextBox 125">
            <a:extLst>
              <a:ext uri="{FF2B5EF4-FFF2-40B4-BE49-F238E27FC236}">
                <a16:creationId xmlns:a16="http://schemas.microsoft.com/office/drawing/2014/main" id="{69F01A42-E373-1E87-E5D3-3DE699D26005}"/>
              </a:ext>
            </a:extLst>
          </p:cNvPr>
          <p:cNvSpPr txBox="1"/>
          <p:nvPr/>
        </p:nvSpPr>
        <p:spPr>
          <a:xfrm>
            <a:off x="9643219" y="32293859"/>
            <a:ext cx="1789649"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Rajasi Gore</a:t>
            </a:r>
          </a:p>
        </p:txBody>
      </p:sp>
      <p:sp>
        <p:nvSpPr>
          <p:cNvPr id="128" name="TextBox 127">
            <a:extLst>
              <a:ext uri="{FF2B5EF4-FFF2-40B4-BE49-F238E27FC236}">
                <a16:creationId xmlns:a16="http://schemas.microsoft.com/office/drawing/2014/main" id="{30715EF4-C285-6FC5-8659-9AA0DDB26C28}"/>
              </a:ext>
            </a:extLst>
          </p:cNvPr>
          <p:cNvSpPr txBox="1"/>
          <p:nvPr/>
        </p:nvSpPr>
        <p:spPr>
          <a:xfrm>
            <a:off x="11227181" y="32293859"/>
            <a:ext cx="1789649"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Angelina Ju</a:t>
            </a:r>
          </a:p>
        </p:txBody>
      </p:sp>
      <p:sp>
        <p:nvSpPr>
          <p:cNvPr id="130" name="TextBox 129">
            <a:extLst>
              <a:ext uri="{FF2B5EF4-FFF2-40B4-BE49-F238E27FC236}">
                <a16:creationId xmlns:a16="http://schemas.microsoft.com/office/drawing/2014/main" id="{24747B2A-0282-5004-6D53-A685231404C0}"/>
              </a:ext>
            </a:extLst>
          </p:cNvPr>
          <p:cNvSpPr txBox="1"/>
          <p:nvPr/>
        </p:nvSpPr>
        <p:spPr>
          <a:xfrm>
            <a:off x="12566476" y="32293859"/>
            <a:ext cx="1789649" cy="338554"/>
          </a:xfrm>
          <a:prstGeom prst="rect">
            <a:avLst/>
          </a:prstGeom>
          <a:noFill/>
          <a:ln w="25400">
            <a:noFill/>
            <a:prstDash val="lgDash"/>
          </a:ln>
        </p:spPr>
        <p:txBody>
          <a:bodyPr wrap="square" rtlCol="0">
            <a:spAutoFit/>
          </a:bodyPr>
          <a:lstStyle/>
          <a:p>
            <a:pPr algn="ctr"/>
            <a:r>
              <a:rPr lang="en-US" sz="1600" dirty="0">
                <a:solidFill>
                  <a:schemeClr val="tx1"/>
                </a:solidFill>
                <a:latin typeface="Aptos" panose="020B0004020202020204" pitchFamily="34" charset="0"/>
                <a:ea typeface="Calibri"/>
                <a:cs typeface="Times New Roman" panose="02020603050405020304" pitchFamily="18" charset="0"/>
                <a:sym typeface="Calibri"/>
              </a:rPr>
              <a:t>Jack Marquez</a:t>
            </a:r>
          </a:p>
        </p:txBody>
      </p:sp>
    </p:spTree>
    <p:extLst>
      <p:ext uri="{BB962C8B-B14F-4D97-AF65-F5344CB8AC3E}">
        <p14:creationId xmlns:p14="http://schemas.microsoft.com/office/powerpoint/2010/main" val="111666098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C3BCDDB-5EF8-ED4A-B30D-D4D3C1C82612}">
  <we:reference id="11d7cf85-ae5a-43b8-bc58-1e1a151cce24" version="1.0.0.1" store="EXCatalog" storeType="EXCatalog"/>
  <we:alternateReferences>
    <we:reference id="WA200010725" version="1.0.0.1" store="en-US" storeType="OMEX"/>
  </we:alternateReferences>
  <we:properties>
    <we:property name="claude.fileId" value="&quot;f3cb7c3f-dcb9-474e-adfd-a9eb5cdd782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569</TotalTime>
  <Words>340</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Karan Vahi</cp:lastModifiedBy>
  <cp:revision>50</cp:revision>
  <cp:lastPrinted>2026-09-25T21:58:04Z</cp:lastPrinted>
  <dcterms:modified xsi:type="dcterms:W3CDTF">2026-10-06T17:47:45Z</dcterms:modified>
</cp:coreProperties>
</file>